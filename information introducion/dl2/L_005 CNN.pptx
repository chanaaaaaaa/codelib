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0"/>
  </p:notesMasterIdLst>
  <p:sldIdLst>
    <p:sldId id="275" r:id="rId5"/>
    <p:sldId id="278" r:id="rId6"/>
    <p:sldId id="273" r:id="rId7"/>
    <p:sldId id="375" r:id="rId8"/>
    <p:sldId id="376" r:id="rId9"/>
    <p:sldId id="381" r:id="rId10"/>
    <p:sldId id="379" r:id="rId11"/>
    <p:sldId id="380" r:id="rId12"/>
    <p:sldId id="382" r:id="rId13"/>
    <p:sldId id="392" r:id="rId14"/>
    <p:sldId id="276" r:id="rId15"/>
    <p:sldId id="277" r:id="rId16"/>
    <p:sldId id="284" r:id="rId17"/>
    <p:sldId id="286" r:id="rId18"/>
    <p:sldId id="285" r:id="rId19"/>
    <p:sldId id="283" r:id="rId20"/>
    <p:sldId id="288" r:id="rId21"/>
    <p:sldId id="282" r:id="rId22"/>
    <p:sldId id="280" r:id="rId23"/>
    <p:sldId id="279" r:id="rId24"/>
    <p:sldId id="294" r:id="rId25"/>
    <p:sldId id="393" r:id="rId26"/>
    <p:sldId id="394" r:id="rId27"/>
    <p:sldId id="297" r:id="rId28"/>
    <p:sldId id="395" r:id="rId29"/>
    <p:sldId id="298" r:id="rId30"/>
    <p:sldId id="299" r:id="rId31"/>
    <p:sldId id="396" r:id="rId32"/>
    <p:sldId id="296" r:id="rId33"/>
    <p:sldId id="397" r:id="rId34"/>
    <p:sldId id="402" r:id="rId35"/>
    <p:sldId id="398" r:id="rId36"/>
    <p:sldId id="401" r:id="rId37"/>
    <p:sldId id="399" r:id="rId38"/>
    <p:sldId id="400" r:id="rId3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81560" autoAdjust="0"/>
  </p:normalViewPr>
  <p:slideViewPr>
    <p:cSldViewPr snapToGrid="0">
      <p:cViewPr varScale="1">
        <p:scale>
          <a:sx n="87" d="100"/>
          <a:sy n="87" d="100"/>
        </p:scale>
        <p:origin x="1934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97E0D5-E4FB-4B32-A4E1-6F29512E0A19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F3277C2-0755-468F-A5CB-E8DC1D4523EE}">
      <dgm:prSet custT="1"/>
      <dgm:spPr/>
      <dgm:t>
        <a:bodyPr/>
        <a:lstStyle/>
        <a:p>
          <a:r>
            <a:rPr lang="en-US" sz="3200" dirty="0"/>
            <a:t>Run the sample program to check the result </a:t>
          </a:r>
        </a:p>
        <a:p>
          <a:r>
            <a:rPr lang="zh-TW" sz="3200" dirty="0"/>
            <a:t>執行範例程式檢視結果</a:t>
          </a:r>
          <a:endParaRPr lang="en-US" sz="3200" dirty="0"/>
        </a:p>
      </dgm:t>
    </dgm:pt>
    <dgm:pt modelId="{28045936-F255-431D-A8A1-05FAB50CD591}" type="parTrans" cxnId="{5A093A9D-3B8F-4CB2-86D2-95FF3E6E808A}">
      <dgm:prSet/>
      <dgm:spPr/>
      <dgm:t>
        <a:bodyPr/>
        <a:lstStyle/>
        <a:p>
          <a:endParaRPr lang="en-US" sz="3200"/>
        </a:p>
      </dgm:t>
    </dgm:pt>
    <dgm:pt modelId="{B8DDD78A-AC3E-4295-A9A4-CA1FF3673B77}" type="sibTrans" cxnId="{5A093A9D-3B8F-4CB2-86D2-95FF3E6E808A}">
      <dgm:prSet/>
      <dgm:spPr/>
      <dgm:t>
        <a:bodyPr/>
        <a:lstStyle/>
        <a:p>
          <a:endParaRPr lang="en-US" sz="3200"/>
        </a:p>
      </dgm:t>
    </dgm:pt>
    <dgm:pt modelId="{DC40EFA1-8F45-4935-AEDC-C284A2D47270}">
      <dgm:prSet custT="1"/>
      <dgm:spPr/>
      <dgm:t>
        <a:bodyPr/>
        <a:lstStyle/>
        <a:p>
          <a:r>
            <a:rPr lang="en-US" sz="3200" dirty="0"/>
            <a:t>Understand the meaning and usage of each command by tracing the code line by line </a:t>
          </a:r>
        </a:p>
        <a:p>
          <a:r>
            <a:rPr lang="zh-TW" sz="3200" dirty="0"/>
            <a:t>追蹤程式碼，查詢並了解每個指令意義與用法</a:t>
          </a:r>
          <a:endParaRPr lang="en-US" sz="3200" dirty="0"/>
        </a:p>
      </dgm:t>
    </dgm:pt>
    <dgm:pt modelId="{4D40FB03-23C6-4D9A-B0A0-4E75540DB78C}" type="parTrans" cxnId="{247AEA05-5BA9-4B2A-8E80-B3FFD3BD6D5E}">
      <dgm:prSet/>
      <dgm:spPr/>
      <dgm:t>
        <a:bodyPr/>
        <a:lstStyle/>
        <a:p>
          <a:endParaRPr lang="en-US" sz="3200"/>
        </a:p>
      </dgm:t>
    </dgm:pt>
    <dgm:pt modelId="{488EE332-7291-41D9-9DFD-A9F099471FA5}" type="sibTrans" cxnId="{247AEA05-5BA9-4B2A-8E80-B3FFD3BD6D5E}">
      <dgm:prSet/>
      <dgm:spPr/>
      <dgm:t>
        <a:bodyPr/>
        <a:lstStyle/>
        <a:p>
          <a:endParaRPr lang="en-US" sz="3200"/>
        </a:p>
      </dgm:t>
    </dgm:pt>
    <dgm:pt modelId="{A18A6247-62F1-4FDA-9DFD-B69B78E6360A}" type="pres">
      <dgm:prSet presAssocID="{B097E0D5-E4FB-4B32-A4E1-6F29512E0A19}" presName="vert0" presStyleCnt="0">
        <dgm:presLayoutVars>
          <dgm:dir/>
          <dgm:animOne val="branch"/>
          <dgm:animLvl val="lvl"/>
        </dgm:presLayoutVars>
      </dgm:prSet>
      <dgm:spPr/>
    </dgm:pt>
    <dgm:pt modelId="{FC94A052-5E0C-4001-8238-B638F7206B4E}" type="pres">
      <dgm:prSet presAssocID="{0F3277C2-0755-468F-A5CB-E8DC1D4523EE}" presName="thickLine" presStyleLbl="alignNode1" presStyleIdx="0" presStyleCnt="2"/>
      <dgm:spPr/>
    </dgm:pt>
    <dgm:pt modelId="{CD65A9B0-AEC9-4AB0-AD92-5817A28F7626}" type="pres">
      <dgm:prSet presAssocID="{0F3277C2-0755-468F-A5CB-E8DC1D4523EE}" presName="horz1" presStyleCnt="0"/>
      <dgm:spPr/>
    </dgm:pt>
    <dgm:pt modelId="{C2BEABFB-786F-46E0-BC5A-61A86BC630DA}" type="pres">
      <dgm:prSet presAssocID="{0F3277C2-0755-468F-A5CB-E8DC1D4523EE}" presName="tx1" presStyleLbl="revTx" presStyleIdx="0" presStyleCnt="2"/>
      <dgm:spPr/>
    </dgm:pt>
    <dgm:pt modelId="{17CA1955-6871-4C62-B069-F5089362B86C}" type="pres">
      <dgm:prSet presAssocID="{0F3277C2-0755-468F-A5CB-E8DC1D4523EE}" presName="vert1" presStyleCnt="0"/>
      <dgm:spPr/>
    </dgm:pt>
    <dgm:pt modelId="{6EB47A5C-8BF0-47F6-9D7E-AB686F412220}" type="pres">
      <dgm:prSet presAssocID="{DC40EFA1-8F45-4935-AEDC-C284A2D47270}" presName="thickLine" presStyleLbl="alignNode1" presStyleIdx="1" presStyleCnt="2"/>
      <dgm:spPr/>
    </dgm:pt>
    <dgm:pt modelId="{877269ED-AB08-49B8-92D9-EBBA157070A6}" type="pres">
      <dgm:prSet presAssocID="{DC40EFA1-8F45-4935-AEDC-C284A2D47270}" presName="horz1" presStyleCnt="0"/>
      <dgm:spPr/>
    </dgm:pt>
    <dgm:pt modelId="{A1C7DDF7-64DD-431F-9472-9E932704D1DC}" type="pres">
      <dgm:prSet presAssocID="{DC40EFA1-8F45-4935-AEDC-C284A2D47270}" presName="tx1" presStyleLbl="revTx" presStyleIdx="1" presStyleCnt="2"/>
      <dgm:spPr/>
    </dgm:pt>
    <dgm:pt modelId="{645F887C-55EA-4463-AD2B-AEE91636E1FA}" type="pres">
      <dgm:prSet presAssocID="{DC40EFA1-8F45-4935-AEDC-C284A2D47270}" presName="vert1" presStyleCnt="0"/>
      <dgm:spPr/>
    </dgm:pt>
  </dgm:ptLst>
  <dgm:cxnLst>
    <dgm:cxn modelId="{247AEA05-5BA9-4B2A-8E80-B3FFD3BD6D5E}" srcId="{B097E0D5-E4FB-4B32-A4E1-6F29512E0A19}" destId="{DC40EFA1-8F45-4935-AEDC-C284A2D47270}" srcOrd="1" destOrd="0" parTransId="{4D40FB03-23C6-4D9A-B0A0-4E75540DB78C}" sibTransId="{488EE332-7291-41D9-9DFD-A9F099471FA5}"/>
    <dgm:cxn modelId="{622D1634-F99B-46A9-8BB9-8395512E059F}" type="presOf" srcId="{DC40EFA1-8F45-4935-AEDC-C284A2D47270}" destId="{A1C7DDF7-64DD-431F-9472-9E932704D1DC}" srcOrd="0" destOrd="0" presId="urn:microsoft.com/office/officeart/2008/layout/LinedList"/>
    <dgm:cxn modelId="{98A8035E-70C8-44C0-A0F7-1B607618D683}" type="presOf" srcId="{B097E0D5-E4FB-4B32-A4E1-6F29512E0A19}" destId="{A18A6247-62F1-4FDA-9DFD-B69B78E6360A}" srcOrd="0" destOrd="0" presId="urn:microsoft.com/office/officeart/2008/layout/LinedList"/>
    <dgm:cxn modelId="{912AD870-4FF7-4CDE-9572-909CCA092FF8}" type="presOf" srcId="{0F3277C2-0755-468F-A5CB-E8DC1D4523EE}" destId="{C2BEABFB-786F-46E0-BC5A-61A86BC630DA}" srcOrd="0" destOrd="0" presId="urn:microsoft.com/office/officeart/2008/layout/LinedList"/>
    <dgm:cxn modelId="{5A093A9D-3B8F-4CB2-86D2-95FF3E6E808A}" srcId="{B097E0D5-E4FB-4B32-A4E1-6F29512E0A19}" destId="{0F3277C2-0755-468F-A5CB-E8DC1D4523EE}" srcOrd="0" destOrd="0" parTransId="{28045936-F255-431D-A8A1-05FAB50CD591}" sibTransId="{B8DDD78A-AC3E-4295-A9A4-CA1FF3673B77}"/>
    <dgm:cxn modelId="{FBA90443-7FCA-4861-90E5-1D33612CD00D}" type="presParOf" srcId="{A18A6247-62F1-4FDA-9DFD-B69B78E6360A}" destId="{FC94A052-5E0C-4001-8238-B638F7206B4E}" srcOrd="0" destOrd="0" presId="urn:microsoft.com/office/officeart/2008/layout/LinedList"/>
    <dgm:cxn modelId="{19342519-0633-4C03-95B5-AB347D9FBA3A}" type="presParOf" srcId="{A18A6247-62F1-4FDA-9DFD-B69B78E6360A}" destId="{CD65A9B0-AEC9-4AB0-AD92-5817A28F7626}" srcOrd="1" destOrd="0" presId="urn:microsoft.com/office/officeart/2008/layout/LinedList"/>
    <dgm:cxn modelId="{D86A7026-E29A-4485-9432-15AC1174FB86}" type="presParOf" srcId="{CD65A9B0-AEC9-4AB0-AD92-5817A28F7626}" destId="{C2BEABFB-786F-46E0-BC5A-61A86BC630DA}" srcOrd="0" destOrd="0" presId="urn:microsoft.com/office/officeart/2008/layout/LinedList"/>
    <dgm:cxn modelId="{EEA40413-2AD5-4A55-930C-46CAC719C1A7}" type="presParOf" srcId="{CD65A9B0-AEC9-4AB0-AD92-5817A28F7626}" destId="{17CA1955-6871-4C62-B069-F5089362B86C}" srcOrd="1" destOrd="0" presId="urn:microsoft.com/office/officeart/2008/layout/LinedList"/>
    <dgm:cxn modelId="{FE21C7C4-D45A-409C-83FE-7C82936A5193}" type="presParOf" srcId="{A18A6247-62F1-4FDA-9DFD-B69B78E6360A}" destId="{6EB47A5C-8BF0-47F6-9D7E-AB686F412220}" srcOrd="2" destOrd="0" presId="urn:microsoft.com/office/officeart/2008/layout/LinedList"/>
    <dgm:cxn modelId="{0F5FF0DA-160A-4F5B-A98A-CC2544794547}" type="presParOf" srcId="{A18A6247-62F1-4FDA-9DFD-B69B78E6360A}" destId="{877269ED-AB08-49B8-92D9-EBBA157070A6}" srcOrd="3" destOrd="0" presId="urn:microsoft.com/office/officeart/2008/layout/LinedList"/>
    <dgm:cxn modelId="{E53FAA5B-ABDC-4928-A02B-3CFF5B1922A4}" type="presParOf" srcId="{877269ED-AB08-49B8-92D9-EBBA157070A6}" destId="{A1C7DDF7-64DD-431F-9472-9E932704D1DC}" srcOrd="0" destOrd="0" presId="urn:microsoft.com/office/officeart/2008/layout/LinedList"/>
    <dgm:cxn modelId="{0275FDF8-6ACB-4ED3-8043-9B301233DB65}" type="presParOf" srcId="{877269ED-AB08-49B8-92D9-EBBA157070A6}" destId="{645F887C-55EA-4463-AD2B-AEE91636E1F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94A052-5E0C-4001-8238-B638F7206B4E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2BEABFB-786F-46E0-BC5A-61A86BC630DA}">
      <dsp:nvSpPr>
        <dsp:cNvPr id="0" name=""/>
        <dsp:cNvSpPr/>
      </dsp:nvSpPr>
      <dsp:spPr>
        <a:xfrm>
          <a:off x="0" y="0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Run the sample program to check the result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200" kern="1200" dirty="0"/>
            <a:t>執行範例程式檢視結果</a:t>
          </a:r>
          <a:endParaRPr lang="en-US" sz="3200" kern="1200" dirty="0"/>
        </a:p>
      </dsp:txBody>
      <dsp:txXfrm>
        <a:off x="0" y="0"/>
        <a:ext cx="10515600" cy="2175669"/>
      </dsp:txXfrm>
    </dsp:sp>
    <dsp:sp modelId="{6EB47A5C-8BF0-47F6-9D7E-AB686F412220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1C7DDF7-64DD-431F-9472-9E932704D1DC}">
      <dsp:nvSpPr>
        <dsp:cNvPr id="0" name=""/>
        <dsp:cNvSpPr/>
      </dsp:nvSpPr>
      <dsp:spPr>
        <a:xfrm>
          <a:off x="0" y="2175669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Understand the meaning and usage of each command by tracing the code line by line </a:t>
          </a:r>
        </a:p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200" kern="1200" dirty="0"/>
            <a:t>追蹤程式碼，查詢並了解每個指令意義與用法</a:t>
          </a:r>
          <a:endParaRPr lang="en-US" sz="3200" kern="1200" dirty="0"/>
        </a:p>
      </dsp:txBody>
      <dsp:txXfrm>
        <a:off x="0" y="2175669"/>
        <a:ext cx="10515600" cy="217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12C05-4ABC-41B3-9FED-53961BF91235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03F7B-2EBC-48A9-B988-4D0FE0515B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382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03F7B-2EBC-48A9-B988-4D0FE0515B8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194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D5EEC4-566B-4BC7-A344-D86325FA502A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88499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D5EEC4-566B-4BC7-A344-D86325FA502A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64891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BE000-7B8A-9BCE-9AFF-96C41D250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619309-68D4-44DF-C1E8-EC4F0F63D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B6917B-9A3D-3ED3-3F89-20F765F8A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97BB9D-170B-EF9B-B5EF-4A444AEB6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D5EEC4-566B-4BC7-A344-D86325FA502A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5781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D891D-02BB-2FDF-B352-7FAAC4E72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148E6B0-F929-8F59-BE57-81C4D6C49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8AEA49F-E958-9F32-6A12-2C84FD6CE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C9DA38-793B-4D46-D9ED-C84C74677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D5EEC4-566B-4BC7-A344-D86325FA502A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3478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3728-2291-1E1B-3F3D-6BDC94772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1552225-3282-8745-2E37-C54AB8013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A9F377C-F760-BA5B-3736-DA2398344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F099A5-5FF4-6B48-A7FD-17C47A120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D5EEC4-566B-4BC7-A344-D86325FA502A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250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63D30-8838-17E2-3B58-88144F9C3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9E715B7-FC7C-2AF2-D9F7-456F3FC36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8CFE478-BFB7-F71C-784E-9F8E02C19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D0F1A2-2EC7-FFF8-A33E-8A0F45773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D5EEC4-566B-4BC7-A344-D86325FA502A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1078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F4EE9-DBA7-B2EE-038E-4E9602A15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4981C81-1BCD-166E-753B-3CAC8252D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F7A0926-B395-BE1E-4F7C-D16FFCE81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6CC7F4-0FD2-97E0-8932-DE83BA7C0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D5EEC4-566B-4BC7-A344-D86325FA502A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74014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DC58A4-81EB-4E19-9C56-29A198080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767D06A-67BA-4983-8173-3CDEA044C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F72EF1-BBF0-49FA-843E-E1C57133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E387C2-9237-4077-8912-46D3FA90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DDC342-49C4-4840-9302-7F3C819D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75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BAFC87-6009-467A-BBBF-AA90D620C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32B175-37F2-4849-9601-9D7975B2E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0AE147-66CB-4FDD-AAAA-310B5BD7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232D8551-A4BE-4B6A-A4FC-2E76B947BA6A}" type="datetimeFigureOut">
              <a:rPr lang="zh-TW" altLang="en-US" smtClean="0"/>
              <a:pPr/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FC8B2B-DF6D-4FED-B530-052D413E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2A6675-3664-4381-A56F-D7469C45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34C0D83B-BCB6-4DA2-AF47-4F5FEB2645D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690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FDC381-7B7C-4A50-BB8E-EC4435EEA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E0F9CD-AA40-42B1-A403-4CE5B1951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832B99-F07E-484E-BA33-04AA663C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0F5057-29FE-4002-8BEB-B23BF2BC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8EE934-8D54-45BE-9C37-E393D7DBE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8324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313C6F-E668-4554-BB12-3EEA1C898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21E178-6007-4BD3-9E99-BB3027F3B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611F8F4-D77E-4EC1-97AF-E7402DD63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3BD469-3C50-471D-BF0B-CB9DAAC83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25FD5D-884D-4266-B74B-FEC95708F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20E63A-A9BB-408C-8CFF-72D6DECA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3887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5EF29-B9D6-472E-B9A6-5271E68BB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7EC9EB-8942-463F-BDF0-8DA3CDFFC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C5B1D1-61DC-4DF6-BEC6-B82F40162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1F4D7CE-9D8B-4931-84D0-728759672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BEDFF0D-C456-4741-9B05-44C0BFEC9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E754A65-6526-460D-B689-4D31BA68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4A45434-60AC-461C-A42F-3FC6BCB2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C47B367-B914-440E-B248-9E937320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7228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FD274C-AB84-4AA2-88AB-1E83700FE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539EEB-5954-4F37-AF34-B07DAF65A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F4CE6FD-E134-4E38-A86A-23D896FC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D58E2E3-67DC-4F5F-95CC-E319C181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7260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F93AE29-544E-4A4C-8E7B-719570E70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0371B14-20A3-4776-AF96-67FA251DF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D02C73-AAEE-4FA4-B016-5330663A1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888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8C9DE2-5042-4EF0-9B64-C02B0D59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9D112A-8809-42E3-B051-A8311F7CC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C79B63-0414-4D0A-9B37-2B417F6C0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7D3DDE-2DB5-4DB8-ACC4-F0071A703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F74229-0F23-4956-B7A9-D1D9AB1B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8286500-089D-4587-BA38-7AF287F4B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411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7309C1-803E-486D-A06C-B52CA232E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C41D49E-4396-4540-8404-7A42AF779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F6D5FF0-0696-4A3D-8B21-75EBDD608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AB1B93-E672-44E9-BA5F-65FF6DB6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A945FD7-AA99-4C95-A2FF-C6BB1572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91139C-D029-44C2-9E50-CA219D7D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863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BDCBAB-B887-4A27-AB3A-F052EDF61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A1AF8F-1B1D-4867-8A8C-6560A7577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EFBCD3-23C5-4DFA-B78E-FE8C275C9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AA67FB-FC9D-4EE4-B996-4A1F4EC4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06363C-D752-419D-9F00-AFDDF9EE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4369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821D3CC-55F3-4697-802E-99EBCFDA52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790A6F9-297D-4456-BF35-4CF10721F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2F6BC1-CA7D-43A1-8252-00E3D27D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551-A4BE-4B6A-A4FC-2E76B947BA6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0D74CD-0BAD-4932-9EB8-EF61470C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7A8151-40E2-49E9-9B0D-553ADD39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7773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56FBFEE-D4F9-4A0C-96CF-FF8234778818}"/>
              </a:ext>
            </a:extLst>
          </p:cNvPr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0FC8CE9-56DF-420D-8EEE-5417DF46A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5E55E24-4E18-4E29-8AFA-A9FA74C4A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EB74F0-5C0C-4540-8D37-3AE97C986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D8551-A4BE-4B6A-A4FC-2E76B947BA6A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708A54-7F7E-413D-B258-772ECF4BD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FD05AD-542F-4D8A-8CC6-3D802CCAD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0D83B-BCB6-4DA2-AF47-4F5FEB2645D9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60DCA81-2F90-4F7E-B082-0049E0D3089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6575171"/>
            <a:ext cx="685801" cy="14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81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towardsdatascience.com/a-basic-introduction-to-separable-convolutions-b99ec3102728" TargetMode="External"/><Relationship Id="rId3" Type="http://schemas.openxmlformats.org/officeDocument/2006/relationships/hyperlink" Target="https://stanford.edu/~shervine/teaching/cs-230/cheatsheet-convolutional-neural-networks" TargetMode="External"/><Relationship Id="rId7" Type="http://schemas.openxmlformats.org/officeDocument/2006/relationships/hyperlink" Target="http://cs231n.stanford.edu/slides/2016/winter1516_lecture7.pdf" TargetMode="External"/><Relationship Id="rId2" Type="http://schemas.openxmlformats.org/officeDocument/2006/relationships/hyperlink" Target="https://cs231n.github.io/convolutional-networks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yimagesearch.com/2021/05/14/convolutional-neural-networks-cnns-and-layer-types/" TargetMode="External"/><Relationship Id="rId5" Type="http://schemas.openxmlformats.org/officeDocument/2006/relationships/hyperlink" Target="https://medium.com/@himadrisankarchatterjee/a-basic-introduction-to-convolutional-neural-network-8e39019b27c4" TargetMode="External"/><Relationship Id="rId4" Type="http://schemas.openxmlformats.org/officeDocument/2006/relationships/hyperlink" Target="https://saturncloud.io/blog/a-comprehensive-guide-to-convolutional-neural-networks-the-eli5-way/" TargetMode="External"/><Relationship Id="rId9" Type="http://schemas.openxmlformats.org/officeDocument/2006/relationships/hyperlink" Target="https://indoml.com/2018/03/07/student-notes-convolutional-neural-networks-cnn-introductio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5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python.org/3/library/stdtypes.html#str" TargetMode="External"/><Relationship Id="rId5" Type="http://schemas.openxmlformats.org/officeDocument/2006/relationships/hyperlink" Target="https://docs.python.org/3/library/stdtypes.html#tuple" TargetMode="External"/><Relationship Id="rId4" Type="http://schemas.openxmlformats.org/officeDocument/2006/relationships/hyperlink" Target="https://docs.python.org/3/library/functions.html#int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s://pytorch.org/tutorials/beginner/introyt/introyt1_tutorial.html" TargetMode="Externa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vision/stable/generated/torchvision.datasets.MNIST.html#torchvision.datasets.MNIST" TargetMode="External"/><Relationship Id="rId2" Type="http://schemas.openxmlformats.org/officeDocument/2006/relationships/hyperlink" Target="https://pytorch.org/vision/stable/dataset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orch.org/docs/stable/data.html#torch.utils.data.DataLoader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D6D4A2-EBE9-4A64-BDFD-4DA3F315D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9478"/>
            <a:ext cx="9144000" cy="2387600"/>
          </a:xfrm>
        </p:spPr>
        <p:txBody>
          <a:bodyPr/>
          <a:lstStyle/>
          <a:p>
            <a:r>
              <a:rPr lang="en-US" altLang="zh-TW" dirty="0"/>
              <a:t>Convolutional Neural Networks (CNNs, </a:t>
            </a:r>
            <a:r>
              <a:rPr lang="en-US" altLang="zh-TW" dirty="0" err="1"/>
              <a:t>ConvNets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E7570B1-FDEB-44B3-8328-1D51C0007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53958"/>
            <a:ext cx="9144000" cy="3108960"/>
          </a:xfrm>
        </p:spPr>
        <p:txBody>
          <a:bodyPr>
            <a:normAutofit fontScale="70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TW" dirty="0">
                <a:hlinkClick r:id="rId2"/>
              </a:rPr>
              <a:t>CS231n Convolutional Neural Networks for Visual Recognition</a:t>
            </a:r>
            <a:endParaRPr lang="en-US" altLang="zh-TW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TW" dirty="0">
                <a:hlinkClick r:id="rId3"/>
              </a:rPr>
              <a:t>CS 230 - Convolutional Neural Networks </a:t>
            </a:r>
            <a:r>
              <a:rPr lang="en-US" altLang="zh-TW" dirty="0" err="1">
                <a:hlinkClick r:id="rId3"/>
              </a:rPr>
              <a:t>Cheatsheet</a:t>
            </a:r>
            <a:r>
              <a:rPr lang="en-US" altLang="zh-TW" dirty="0">
                <a:hlinkClick r:id="rId3"/>
              </a:rPr>
              <a:t> (stanford.edu)</a:t>
            </a:r>
            <a:endParaRPr lang="en-US" altLang="zh-TW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TW" dirty="0">
                <a:hlinkClick r:id="rId4"/>
              </a:rPr>
              <a:t>https://saturncloud.io/blog/a-comprehensive-guide-to-convolutional-neural-networks-the-eli5-way/</a:t>
            </a:r>
            <a:endParaRPr lang="en-US" altLang="zh-TW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TW" dirty="0">
                <a:hlinkClick r:id="rId5"/>
              </a:rPr>
              <a:t>https://medium.com/@himadrisankarchatterjee/a-basic-introduction-to-convolutional-neural-network-8e39019b27c4</a:t>
            </a:r>
            <a:endParaRPr lang="en-US" altLang="zh-TW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TW" dirty="0">
                <a:hlinkClick r:id="rId6"/>
              </a:rPr>
              <a:t>Convolutional Neural Networks (CNNs) and Layer Types – </a:t>
            </a:r>
            <a:r>
              <a:rPr lang="en-US" altLang="zh-TW" dirty="0" err="1">
                <a:hlinkClick r:id="rId6"/>
              </a:rPr>
              <a:t>PyImageSearch</a:t>
            </a:r>
            <a:endParaRPr lang="en-US" altLang="zh-TW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TW" dirty="0">
                <a:hlinkClick r:id="rId7"/>
              </a:rPr>
              <a:t>winter1516_lecture7.pdf (stanford.edu)</a:t>
            </a:r>
            <a:endParaRPr lang="en-US" altLang="zh-TW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TW" dirty="0">
                <a:hlinkClick r:id="rId8"/>
              </a:rPr>
              <a:t>https://towardsdatascience.com/a-basic-introduction-to-separable-convolutions-b99ec3102728</a:t>
            </a:r>
            <a:endParaRPr lang="en-US" altLang="zh-TW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TW" dirty="0">
                <a:hlinkClick r:id="rId9"/>
              </a:rPr>
              <a:t>https://indoml.com/2018/03/07/student-notes-convolutional-neural-networks-cnn-introduction/</a:t>
            </a:r>
            <a:endParaRPr lang="en-US" altLang="zh-TW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999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346CD0-48BE-4952-81B1-410FEFA01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Architecture of a typical CNN</a:t>
            </a:r>
            <a:endParaRPr lang="zh-TW" altLang="en-US" dirty="0"/>
          </a:p>
        </p:txBody>
      </p:sp>
      <p:pic>
        <p:nvPicPr>
          <p:cNvPr id="1028" name="Picture 4" descr="https://d33wubrfki0l68.cloudfront.net/a7664cf19de33b2c71a482629f27a0d70f715b77/6949d/images/blog/a-comprehensive-guide-to-convolutional-neural-networks-the-eli5-way.jpg">
            <a:extLst>
              <a:ext uri="{FF2B5EF4-FFF2-40B4-BE49-F238E27FC236}">
                <a16:creationId xmlns:a16="http://schemas.microsoft.com/office/drawing/2014/main" id="{6A6F8287-6AD5-42DC-9458-41711B225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" y="1893794"/>
            <a:ext cx="11953875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0775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093C79-4A75-48F8-BC84-D332B537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/>
              <a:t>Convolutional Layer (CONV)</a:t>
            </a:r>
            <a:endParaRPr lang="en-US" altLang="zh-TW" dirty="0"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B61B49-1DB7-4CDC-9357-D9EA64F6C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標題</a:t>
            </a:r>
          </a:p>
        </p:txBody>
      </p:sp>
      <p:pic>
        <p:nvPicPr>
          <p:cNvPr id="2050" name="Picture 2" descr="https://stanford.edu/~shervine/teaching/cs-230/illustrations/convolution-layer-a.png?1c517e00cb8d709baf32fc3d39ebae67">
            <a:extLst>
              <a:ext uri="{FF2B5EF4-FFF2-40B4-BE49-F238E27FC236}">
                <a16:creationId xmlns:a16="http://schemas.microsoft.com/office/drawing/2014/main" id="{39B82084-A0D9-4C5A-A6FE-EE61415D7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414463"/>
            <a:ext cx="1095375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3C871C8-231A-41BE-9A53-E474990D1642}"/>
              </a:ext>
            </a:extLst>
          </p:cNvPr>
          <p:cNvSpPr txBox="1"/>
          <p:nvPr/>
        </p:nvSpPr>
        <p:spPr>
          <a:xfrm>
            <a:off x="8832028" y="2416860"/>
            <a:ext cx="1597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Feature map</a:t>
            </a:r>
          </a:p>
          <a:p>
            <a:r>
              <a:rPr lang="en-US" altLang="zh-TW" dirty="0"/>
              <a:t>Activation map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568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矩形 186">
            <a:extLst>
              <a:ext uri="{FF2B5EF4-FFF2-40B4-BE49-F238E27FC236}">
                <a16:creationId xmlns:a16="http://schemas.microsoft.com/office/drawing/2014/main" id="{765343B8-59DF-6660-562C-598F4F74A20B}"/>
              </a:ext>
            </a:extLst>
          </p:cNvPr>
          <p:cNvSpPr/>
          <p:nvPr/>
        </p:nvSpPr>
        <p:spPr bwMode="auto">
          <a:xfrm>
            <a:off x="7221961" y="2611607"/>
            <a:ext cx="2879999" cy="2872033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57298E-0551-4B68-8D10-6B9FA5646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73" y="438672"/>
            <a:ext cx="313739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Spatial Filtering </a:t>
            </a:r>
            <a:endParaRPr kumimoji="0" lang="zh-TW" altLang="en-US" sz="2800" dirty="0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469D6B09-3E2F-41B2-A2E9-20B8407874C7}"/>
              </a:ext>
            </a:extLst>
          </p:cNvPr>
          <p:cNvGrpSpPr/>
          <p:nvPr/>
        </p:nvGrpSpPr>
        <p:grpSpPr>
          <a:xfrm>
            <a:off x="1746604" y="2603657"/>
            <a:ext cx="2880268" cy="2880000"/>
            <a:chOff x="741809" y="3228544"/>
            <a:chExt cx="2880268" cy="2880000"/>
          </a:xfrm>
        </p:grpSpPr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04A0F8A3-54F0-4977-998A-1404AAAC2E73}"/>
                </a:ext>
              </a:extLst>
            </p:cNvPr>
            <p:cNvGrpSpPr/>
            <p:nvPr/>
          </p:nvGrpSpPr>
          <p:grpSpPr>
            <a:xfrm>
              <a:off x="741809" y="3228544"/>
              <a:ext cx="2880000" cy="2880000"/>
              <a:chOff x="741809" y="3228544"/>
              <a:chExt cx="2880000" cy="2880000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87FFA48-9316-4EDD-82FF-34EA04F27BF6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7" name="直線接點 6">
                <a:extLst>
                  <a:ext uri="{FF2B5EF4-FFF2-40B4-BE49-F238E27FC236}">
                    <a16:creationId xmlns:a16="http://schemas.microsoft.com/office/drawing/2014/main" id="{EF062854-F4D5-4CAE-8EB4-F5791DE8DC12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" name="直線接點 7">
                <a:extLst>
                  <a:ext uri="{FF2B5EF4-FFF2-40B4-BE49-F238E27FC236}">
                    <a16:creationId xmlns:a16="http://schemas.microsoft.com/office/drawing/2014/main" id="{9C709D1E-6C01-4ED3-8F26-3D4A88A69584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" name="直線接點 8">
                <a:extLst>
                  <a:ext uri="{FF2B5EF4-FFF2-40B4-BE49-F238E27FC236}">
                    <a16:creationId xmlns:a16="http://schemas.microsoft.com/office/drawing/2014/main" id="{31CFC71F-4BE4-49F2-94AC-B56B762F020D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F313A04B-3FB2-4BC6-B55D-971C96340339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71DDB8D8-00C7-43F7-8DCF-E4278B61D9CC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BCD52371-D643-4D8A-B912-16C7AA7EBAD5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7620AD6B-DF07-4970-ADC9-CEB1B001BA75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8246E371-A6D6-4D1A-B16F-2F9DF431AD6C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直線接點 14">
                <a:extLst>
                  <a:ext uri="{FF2B5EF4-FFF2-40B4-BE49-F238E27FC236}">
                    <a16:creationId xmlns:a16="http://schemas.microsoft.com/office/drawing/2014/main" id="{EFE3B3AF-1EF0-47D4-A385-BE45C807BAB2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8C4ACEF2-3E57-42B8-B046-756FEC09E854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312135DA-4144-4C34-816A-D701EFB93C64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166DFC03-929F-48E4-AE3E-E3656D913B15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直線接點 18">
                <a:extLst>
                  <a:ext uri="{FF2B5EF4-FFF2-40B4-BE49-F238E27FC236}">
                    <a16:creationId xmlns:a16="http://schemas.microsoft.com/office/drawing/2014/main" id="{EA7C4F76-580D-495B-9C92-9D181DCEFBC9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" name="直線接點 19">
                <a:extLst>
                  <a:ext uri="{FF2B5EF4-FFF2-40B4-BE49-F238E27FC236}">
                    <a16:creationId xmlns:a16="http://schemas.microsoft.com/office/drawing/2014/main" id="{0DB1E19A-1C90-44DE-9E99-21FA4B4C814A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直線接點 20">
                <a:extLst>
                  <a:ext uri="{FF2B5EF4-FFF2-40B4-BE49-F238E27FC236}">
                    <a16:creationId xmlns:a16="http://schemas.microsoft.com/office/drawing/2014/main" id="{47345A6C-D247-49DC-A19F-FB8EEB9B7858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" name="直線接點 21">
                <a:extLst>
                  <a:ext uri="{FF2B5EF4-FFF2-40B4-BE49-F238E27FC236}">
                    <a16:creationId xmlns:a16="http://schemas.microsoft.com/office/drawing/2014/main" id="{62864410-D7D8-445B-9F64-FAD2F58928F5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線接點 22">
                <a:extLst>
                  <a:ext uri="{FF2B5EF4-FFF2-40B4-BE49-F238E27FC236}">
                    <a16:creationId xmlns:a16="http://schemas.microsoft.com/office/drawing/2014/main" id="{34241627-1FE1-4309-BDDB-4D229FDA9B8E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06D4E9C9-EB42-4EC7-B609-C0D29C092FA9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直線接點 24">
                <a:extLst>
                  <a:ext uri="{FF2B5EF4-FFF2-40B4-BE49-F238E27FC236}">
                    <a16:creationId xmlns:a16="http://schemas.microsoft.com/office/drawing/2014/main" id="{A2A6D541-C013-44D9-8A6E-80B107326895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BC8DDF42-BCA3-4156-940C-CF4E59D1C83D}"/>
                </a:ext>
              </a:extLst>
            </p:cNvPr>
            <p:cNvGrpSpPr/>
            <p:nvPr/>
          </p:nvGrpSpPr>
          <p:grpSpPr>
            <a:xfrm rot="5400000">
              <a:off x="742077" y="3228544"/>
              <a:ext cx="2880000" cy="2880000"/>
              <a:chOff x="741809" y="3228544"/>
              <a:chExt cx="2880000" cy="2880000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6D02197A-BA29-40AC-9D09-4CC227DDB7AC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F6E2EBE4-6CA3-4782-B9A4-CA0878AB31B6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直線接點 29">
                <a:extLst>
                  <a:ext uri="{FF2B5EF4-FFF2-40B4-BE49-F238E27FC236}">
                    <a16:creationId xmlns:a16="http://schemas.microsoft.com/office/drawing/2014/main" id="{AC00F0C3-26EB-498A-AC1A-136D8614488A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B925DE73-C197-40D1-AAFF-D06D3C8E1BF8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7D3058D4-4A7C-4D49-9014-62A107F2EE6C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E80FD059-B238-49B5-88A7-394AA6EFF04E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42B6D0E4-6C9D-46B0-91DA-2E66FD1EB82E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直線接點 34">
                <a:extLst>
                  <a:ext uri="{FF2B5EF4-FFF2-40B4-BE49-F238E27FC236}">
                    <a16:creationId xmlns:a16="http://schemas.microsoft.com/office/drawing/2014/main" id="{0DB42231-D73C-4D6E-80B4-1A40F7179847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9649F581-A3A9-44D1-9253-85256A0E8132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D95629B3-56A8-4656-98E1-B4247686B3D6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直線接點 37">
                <a:extLst>
                  <a:ext uri="{FF2B5EF4-FFF2-40B4-BE49-F238E27FC236}">
                    <a16:creationId xmlns:a16="http://schemas.microsoft.com/office/drawing/2014/main" id="{8B7379CB-6AFA-4ADB-8F44-ABD1EF2D165A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直線接點 38">
                <a:extLst>
                  <a:ext uri="{FF2B5EF4-FFF2-40B4-BE49-F238E27FC236}">
                    <a16:creationId xmlns:a16="http://schemas.microsoft.com/office/drawing/2014/main" id="{80ADE060-B052-4321-B899-A2B18483E781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9B1FF680-3FBF-4C47-8001-8DAD7BA1DCC9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直線接點 40">
                <a:extLst>
                  <a:ext uri="{FF2B5EF4-FFF2-40B4-BE49-F238E27FC236}">
                    <a16:creationId xmlns:a16="http://schemas.microsoft.com/office/drawing/2014/main" id="{E6EBDA8E-8696-4FE9-B40F-527AD89C5304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E7C04E35-5F48-4BAE-80FF-8F0F72E2DFDA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8AADACFE-8251-4401-86E8-B52E694B8249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直線接點 43">
                <a:extLst>
                  <a:ext uri="{FF2B5EF4-FFF2-40B4-BE49-F238E27FC236}">
                    <a16:creationId xmlns:a16="http://schemas.microsoft.com/office/drawing/2014/main" id="{500385E2-4491-47C2-92A8-28239FC9E432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" name="直線接點 44">
                <a:extLst>
                  <a:ext uri="{FF2B5EF4-FFF2-40B4-BE49-F238E27FC236}">
                    <a16:creationId xmlns:a16="http://schemas.microsoft.com/office/drawing/2014/main" id="{BE49D118-4E1A-48C4-A871-501E40B76381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直線接點 45">
                <a:extLst>
                  <a:ext uri="{FF2B5EF4-FFF2-40B4-BE49-F238E27FC236}">
                    <a16:creationId xmlns:a16="http://schemas.microsoft.com/office/drawing/2014/main" id="{C293A44E-8976-49D8-8229-0731514DAFDB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7" name="直線接點 46">
                <a:extLst>
                  <a:ext uri="{FF2B5EF4-FFF2-40B4-BE49-F238E27FC236}">
                    <a16:creationId xmlns:a16="http://schemas.microsoft.com/office/drawing/2014/main" id="{1774DC31-3FDB-4783-8FBE-14D2945D2EC3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394772EA-6939-4ECE-8869-5E2E15D75839}"/>
              </a:ext>
            </a:extLst>
          </p:cNvPr>
          <p:cNvGrpSpPr/>
          <p:nvPr/>
        </p:nvGrpSpPr>
        <p:grpSpPr>
          <a:xfrm>
            <a:off x="7216231" y="2603657"/>
            <a:ext cx="2880268" cy="2880000"/>
            <a:chOff x="741809" y="3228544"/>
            <a:chExt cx="2880268" cy="288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2D38A91C-9690-4FAF-85E7-DE58D628494D}"/>
                </a:ext>
              </a:extLst>
            </p:cNvPr>
            <p:cNvGrpSpPr/>
            <p:nvPr/>
          </p:nvGrpSpPr>
          <p:grpSpPr>
            <a:xfrm>
              <a:off x="741809" y="3228544"/>
              <a:ext cx="2880000" cy="2880000"/>
              <a:chOff x="741809" y="3228544"/>
              <a:chExt cx="2880000" cy="2880000"/>
            </a:xfrm>
          </p:grpSpPr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451EF8FD-D8A6-49A4-9F41-B08EC665B6ED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73" name="直線接點 72">
                <a:extLst>
                  <a:ext uri="{FF2B5EF4-FFF2-40B4-BE49-F238E27FC236}">
                    <a16:creationId xmlns:a16="http://schemas.microsoft.com/office/drawing/2014/main" id="{A8446D65-3438-4D20-8B1A-A37AD7DB759B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4" name="直線接點 73">
                <a:extLst>
                  <a:ext uri="{FF2B5EF4-FFF2-40B4-BE49-F238E27FC236}">
                    <a16:creationId xmlns:a16="http://schemas.microsoft.com/office/drawing/2014/main" id="{3B279894-D616-4560-9221-27BAAA1B1285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5" name="直線接點 74">
                <a:extLst>
                  <a:ext uri="{FF2B5EF4-FFF2-40B4-BE49-F238E27FC236}">
                    <a16:creationId xmlns:a16="http://schemas.microsoft.com/office/drawing/2014/main" id="{E69C7AA1-8A41-40B3-A646-23236822D637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5E0076BB-3496-4878-96D0-EEB54DF7EA1A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F3131973-BB1A-44DC-88CE-CF836F49939E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8" name="直線接點 77">
                <a:extLst>
                  <a:ext uri="{FF2B5EF4-FFF2-40B4-BE49-F238E27FC236}">
                    <a16:creationId xmlns:a16="http://schemas.microsoft.com/office/drawing/2014/main" id="{762CF78D-5473-4133-9224-0F3472DBB200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B78BA1B6-FF55-444F-A4D6-5E013EE0E1D1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0" name="直線接點 79">
                <a:extLst>
                  <a:ext uri="{FF2B5EF4-FFF2-40B4-BE49-F238E27FC236}">
                    <a16:creationId xmlns:a16="http://schemas.microsoft.com/office/drawing/2014/main" id="{F1F37159-E1DB-40D8-AA56-F902EE41F6A1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7439D540-4CF1-4C78-935A-1259FB9B8950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AF3F9601-170E-406D-A433-40E36A4C85E1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3" name="直線接點 82">
                <a:extLst>
                  <a:ext uri="{FF2B5EF4-FFF2-40B4-BE49-F238E27FC236}">
                    <a16:creationId xmlns:a16="http://schemas.microsoft.com/office/drawing/2014/main" id="{EEC8DEAF-51EF-4A36-9621-52F5B51EDD82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4" name="直線接點 83">
                <a:extLst>
                  <a:ext uri="{FF2B5EF4-FFF2-40B4-BE49-F238E27FC236}">
                    <a16:creationId xmlns:a16="http://schemas.microsoft.com/office/drawing/2014/main" id="{CE9B7D86-1AC9-4155-89B0-E2300D810BB9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5" name="直線接點 84">
                <a:extLst>
                  <a:ext uri="{FF2B5EF4-FFF2-40B4-BE49-F238E27FC236}">
                    <a16:creationId xmlns:a16="http://schemas.microsoft.com/office/drawing/2014/main" id="{5A21EE47-002B-4B4A-9A91-AE0984BBF92A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6" name="直線接點 85">
                <a:extLst>
                  <a:ext uri="{FF2B5EF4-FFF2-40B4-BE49-F238E27FC236}">
                    <a16:creationId xmlns:a16="http://schemas.microsoft.com/office/drawing/2014/main" id="{B389324D-5914-494A-9B03-5C8B19201D23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7" name="直線接點 86">
                <a:extLst>
                  <a:ext uri="{FF2B5EF4-FFF2-40B4-BE49-F238E27FC236}">
                    <a16:creationId xmlns:a16="http://schemas.microsoft.com/office/drawing/2014/main" id="{3D94E30B-B3E4-4ED2-A8CA-47D877205A02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8" name="直線接點 87">
                <a:extLst>
                  <a:ext uri="{FF2B5EF4-FFF2-40B4-BE49-F238E27FC236}">
                    <a16:creationId xmlns:a16="http://schemas.microsoft.com/office/drawing/2014/main" id="{0C7777B9-E6D9-43BA-AD32-29F9185E23E2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9" name="直線接點 88">
                <a:extLst>
                  <a:ext uri="{FF2B5EF4-FFF2-40B4-BE49-F238E27FC236}">
                    <a16:creationId xmlns:a16="http://schemas.microsoft.com/office/drawing/2014/main" id="{1419377C-C793-4D31-B780-BE024283AADE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0" name="直線接點 89">
                <a:extLst>
                  <a:ext uri="{FF2B5EF4-FFF2-40B4-BE49-F238E27FC236}">
                    <a16:creationId xmlns:a16="http://schemas.microsoft.com/office/drawing/2014/main" id="{A241766F-25D6-4AEE-8240-78ECFA47C159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1" name="直線接點 90">
                <a:extLst>
                  <a:ext uri="{FF2B5EF4-FFF2-40B4-BE49-F238E27FC236}">
                    <a16:creationId xmlns:a16="http://schemas.microsoft.com/office/drawing/2014/main" id="{A9493E99-9F1E-4A43-9601-4F870281D25D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006467FE-263D-4B72-A80B-1883448058C9}"/>
                </a:ext>
              </a:extLst>
            </p:cNvPr>
            <p:cNvGrpSpPr/>
            <p:nvPr/>
          </p:nvGrpSpPr>
          <p:grpSpPr>
            <a:xfrm rot="5400000">
              <a:off x="742077" y="3228544"/>
              <a:ext cx="2880000" cy="2880000"/>
              <a:chOff x="741809" y="3228544"/>
              <a:chExt cx="2880000" cy="28800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8F48C1A9-4F68-4BCB-8ED5-8C8CFEA38BB5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670562A7-B97E-4E86-B610-9906F30A755D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E9460E59-85BC-41DF-AA91-29AC3CD291DB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5" name="直線接點 54">
                <a:extLst>
                  <a:ext uri="{FF2B5EF4-FFF2-40B4-BE49-F238E27FC236}">
                    <a16:creationId xmlns:a16="http://schemas.microsoft.com/office/drawing/2014/main" id="{B9CB815B-6219-4FEF-A4FA-60821632463D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98CB5370-2704-4F09-AC44-8734971567A8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7" name="直線接點 56">
                <a:extLst>
                  <a:ext uri="{FF2B5EF4-FFF2-40B4-BE49-F238E27FC236}">
                    <a16:creationId xmlns:a16="http://schemas.microsoft.com/office/drawing/2014/main" id="{BDD45D3A-C891-4EA0-96D5-09E7A8E542EF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" name="直線接點 57">
                <a:extLst>
                  <a:ext uri="{FF2B5EF4-FFF2-40B4-BE49-F238E27FC236}">
                    <a16:creationId xmlns:a16="http://schemas.microsoft.com/office/drawing/2014/main" id="{73131252-89F4-49A0-B41D-FAA80F55937B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" name="直線接點 58">
                <a:extLst>
                  <a:ext uri="{FF2B5EF4-FFF2-40B4-BE49-F238E27FC236}">
                    <a16:creationId xmlns:a16="http://schemas.microsoft.com/office/drawing/2014/main" id="{92C30C5E-92B6-4941-954D-6926A690C397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" name="直線接點 59">
                <a:extLst>
                  <a:ext uri="{FF2B5EF4-FFF2-40B4-BE49-F238E27FC236}">
                    <a16:creationId xmlns:a16="http://schemas.microsoft.com/office/drawing/2014/main" id="{81754CCF-A37F-4B10-A18A-D696AA4420C7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" name="直線接點 60">
                <a:extLst>
                  <a:ext uri="{FF2B5EF4-FFF2-40B4-BE49-F238E27FC236}">
                    <a16:creationId xmlns:a16="http://schemas.microsoft.com/office/drawing/2014/main" id="{192D1260-1D8E-43F2-B791-60411BE63E92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" name="直線接點 61">
                <a:extLst>
                  <a:ext uri="{FF2B5EF4-FFF2-40B4-BE49-F238E27FC236}">
                    <a16:creationId xmlns:a16="http://schemas.microsoft.com/office/drawing/2014/main" id="{F1A17F1C-7B10-4B1F-B5BB-C446D5AA6412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" name="直線接點 62">
                <a:extLst>
                  <a:ext uri="{FF2B5EF4-FFF2-40B4-BE49-F238E27FC236}">
                    <a16:creationId xmlns:a16="http://schemas.microsoft.com/office/drawing/2014/main" id="{96192121-5F78-4389-B425-B0EEC70A41A1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4" name="直線接點 63">
                <a:extLst>
                  <a:ext uri="{FF2B5EF4-FFF2-40B4-BE49-F238E27FC236}">
                    <a16:creationId xmlns:a16="http://schemas.microsoft.com/office/drawing/2014/main" id="{89099FB6-739C-4671-83AA-749728A83624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5" name="直線接點 64">
                <a:extLst>
                  <a:ext uri="{FF2B5EF4-FFF2-40B4-BE49-F238E27FC236}">
                    <a16:creationId xmlns:a16="http://schemas.microsoft.com/office/drawing/2014/main" id="{6F49966E-B33B-49F6-BF04-FC701D51A829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" name="直線接點 65">
                <a:extLst>
                  <a:ext uri="{FF2B5EF4-FFF2-40B4-BE49-F238E27FC236}">
                    <a16:creationId xmlns:a16="http://schemas.microsoft.com/office/drawing/2014/main" id="{20DEF90A-EAA1-4500-A764-7A71CE244798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8BF3AB29-4480-4CC5-97CB-CBFC28ECDD14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8" name="直線接點 67">
                <a:extLst>
                  <a:ext uri="{FF2B5EF4-FFF2-40B4-BE49-F238E27FC236}">
                    <a16:creationId xmlns:a16="http://schemas.microsoft.com/office/drawing/2014/main" id="{C4488E53-AD35-47ED-AE07-DBF1F061B987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9" name="直線接點 68">
                <a:extLst>
                  <a:ext uri="{FF2B5EF4-FFF2-40B4-BE49-F238E27FC236}">
                    <a16:creationId xmlns:a16="http://schemas.microsoft.com/office/drawing/2014/main" id="{179E0341-9825-4D06-800B-621D55457EC5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E52F8B14-E2CD-4023-B335-E7187FEFFD31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B0EC43EC-E8A2-4D23-8753-DA22118DB43C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106" name="矩形 105">
            <a:extLst>
              <a:ext uri="{FF2B5EF4-FFF2-40B4-BE49-F238E27FC236}">
                <a16:creationId xmlns:a16="http://schemas.microsoft.com/office/drawing/2014/main" id="{74C4858D-7F6C-406E-8CBE-A9423ADFFBDF}"/>
              </a:ext>
            </a:extLst>
          </p:cNvPr>
          <p:cNvSpPr/>
          <p:nvPr/>
        </p:nvSpPr>
        <p:spPr bwMode="auto">
          <a:xfrm>
            <a:off x="1746604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B8C58C21-CF4A-440E-93C9-0581F0350DA9}"/>
              </a:ext>
            </a:extLst>
          </p:cNvPr>
          <p:cNvSpPr/>
          <p:nvPr/>
        </p:nvSpPr>
        <p:spPr bwMode="auto">
          <a:xfrm>
            <a:off x="7219782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>
              <a:solidFill>
                <a:srgbClr val="0070C0"/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5DECB819-CDEC-4821-A7AE-7F9A33624A6D}"/>
              </a:ext>
            </a:extLst>
          </p:cNvPr>
          <p:cNvSpPr/>
          <p:nvPr/>
        </p:nvSpPr>
        <p:spPr>
          <a:xfrm>
            <a:off x="1933574" y="1868767"/>
            <a:ext cx="81629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TW" i="1" dirty="0">
                <a:latin typeface="+mn-ea"/>
                <a:cs typeface="Arial" charset="0"/>
              </a:rPr>
              <a:t>f </a:t>
            </a:r>
            <a:r>
              <a:rPr kumimoji="0" lang="en-US" altLang="zh-TW" dirty="0">
                <a:latin typeface="+mn-ea"/>
                <a:cs typeface="Arial" charset="0"/>
              </a:rPr>
              <a:t>(</a:t>
            </a:r>
            <a:r>
              <a:rPr kumimoji="0" lang="en-US" altLang="zh-TW" i="1" dirty="0">
                <a:latin typeface="+mn-ea"/>
                <a:cs typeface="Arial" charset="0"/>
              </a:rPr>
              <a:t>x</a:t>
            </a:r>
            <a:r>
              <a:rPr kumimoji="0" lang="en-US" altLang="zh-TW" dirty="0">
                <a:latin typeface="+mn-ea"/>
                <a:cs typeface="Arial" charset="0"/>
              </a:rPr>
              <a:t>, </a:t>
            </a:r>
            <a:r>
              <a:rPr kumimoji="0" lang="en-US" altLang="zh-TW" i="1" dirty="0">
                <a:latin typeface="+mn-ea"/>
                <a:cs typeface="Arial" charset="0"/>
              </a:rPr>
              <a:t>y</a:t>
            </a:r>
            <a:r>
              <a:rPr kumimoji="0" lang="en-US" altLang="zh-TW" dirty="0">
                <a:latin typeface="+mn-ea"/>
                <a:cs typeface="Arial" charset="0"/>
              </a:rPr>
              <a:t>): </a:t>
            </a: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input image                            </a:t>
            </a:r>
            <a:r>
              <a:rPr kumimoji="0" lang="en-US" altLang="zh-TW" i="1" dirty="0">
                <a:latin typeface="+mn-ea"/>
                <a:cs typeface="Arial" charset="0"/>
              </a:rPr>
              <a:t>g </a:t>
            </a:r>
            <a:r>
              <a:rPr kumimoji="0" lang="en-US" altLang="zh-TW" dirty="0">
                <a:latin typeface="+mn-ea"/>
                <a:cs typeface="Arial" charset="0"/>
              </a:rPr>
              <a:t>(</a:t>
            </a:r>
            <a:r>
              <a:rPr kumimoji="0" lang="en-US" altLang="zh-TW" i="1" dirty="0">
                <a:latin typeface="+mn-ea"/>
                <a:cs typeface="Arial" charset="0"/>
              </a:rPr>
              <a:t>x, y</a:t>
            </a:r>
            <a:r>
              <a:rPr kumimoji="0" lang="en-US" altLang="zh-TW" dirty="0">
                <a:latin typeface="+mn-ea"/>
                <a:cs typeface="Arial" charset="0"/>
              </a:rPr>
              <a:t>): </a:t>
            </a: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output image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67CF80FC-1281-4F04-B2B1-099A533E7604}"/>
              </a:ext>
            </a:extLst>
          </p:cNvPr>
          <p:cNvSpPr/>
          <p:nvPr/>
        </p:nvSpPr>
        <p:spPr>
          <a:xfrm>
            <a:off x="5178153" y="785001"/>
            <a:ext cx="15552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TW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</a:t>
            </a:r>
            <a:r>
              <a:rPr kumimoji="0"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×</a:t>
            </a:r>
            <a:r>
              <a:rPr kumimoji="0" lang="en-US" altLang="zh-TW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 mask</a:t>
            </a:r>
            <a:endParaRPr lang="zh-TW" altLang="en-US" dirty="0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D45E6292-09EA-4E72-89FB-CD3BBA33625C}"/>
              </a:ext>
            </a:extLst>
          </p:cNvPr>
          <p:cNvSpPr/>
          <p:nvPr/>
        </p:nvSpPr>
        <p:spPr>
          <a:xfrm>
            <a:off x="5157081" y="3237307"/>
            <a:ext cx="17009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0"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transformation function </a:t>
            </a:r>
            <a:r>
              <a:rPr kumimoji="0" lang="en-US" altLang="zh-TW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1600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A4E41055-922A-4F2F-8B42-F8E4CAC95B19}"/>
              </a:ext>
            </a:extLst>
          </p:cNvPr>
          <p:cNvSpPr/>
          <p:nvPr/>
        </p:nvSpPr>
        <p:spPr bwMode="auto">
          <a:xfrm>
            <a:off x="7363508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D81E95-2026-B84A-D10E-9DC919AFAE8F}"/>
              </a:ext>
            </a:extLst>
          </p:cNvPr>
          <p:cNvSpPr/>
          <p:nvPr/>
        </p:nvSpPr>
        <p:spPr bwMode="auto">
          <a:xfrm>
            <a:off x="6850848" y="968626"/>
            <a:ext cx="144000" cy="1440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7D645E-480A-6545-46C6-6F6C1C88B81F}"/>
              </a:ext>
            </a:extLst>
          </p:cNvPr>
          <p:cNvSpPr/>
          <p:nvPr/>
        </p:nvSpPr>
        <p:spPr bwMode="auto">
          <a:xfrm>
            <a:off x="1891100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3C5398-0F8A-1914-0C50-2540A2AFDA20}"/>
              </a:ext>
            </a:extLst>
          </p:cNvPr>
          <p:cNvSpPr/>
          <p:nvPr/>
        </p:nvSpPr>
        <p:spPr bwMode="auto">
          <a:xfrm>
            <a:off x="2035596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BB56DD06-7069-3EEB-40DC-BEB226EBD5B8}"/>
              </a:ext>
            </a:extLst>
          </p:cNvPr>
          <p:cNvSpPr/>
          <p:nvPr/>
        </p:nvSpPr>
        <p:spPr bwMode="auto">
          <a:xfrm>
            <a:off x="7507234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C5E870A-8E61-AD73-1CBF-F16436A6420C}"/>
              </a:ext>
            </a:extLst>
          </p:cNvPr>
          <p:cNvSpPr/>
          <p:nvPr/>
        </p:nvSpPr>
        <p:spPr bwMode="auto">
          <a:xfrm>
            <a:off x="2180092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6F94C907-546C-0955-3BE0-8028933BE0BE}"/>
              </a:ext>
            </a:extLst>
          </p:cNvPr>
          <p:cNvSpPr/>
          <p:nvPr/>
        </p:nvSpPr>
        <p:spPr bwMode="auto">
          <a:xfrm>
            <a:off x="7650960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40B0C88-6E07-2942-DFB1-F18CB3E38E89}"/>
              </a:ext>
            </a:extLst>
          </p:cNvPr>
          <p:cNvSpPr/>
          <p:nvPr/>
        </p:nvSpPr>
        <p:spPr bwMode="auto">
          <a:xfrm>
            <a:off x="2324588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52D44EEB-D795-F782-F400-37D754CDEE74}"/>
              </a:ext>
            </a:extLst>
          </p:cNvPr>
          <p:cNvSpPr/>
          <p:nvPr/>
        </p:nvSpPr>
        <p:spPr bwMode="auto">
          <a:xfrm>
            <a:off x="7794686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28C76879-9C3B-46ED-B88A-D93932EDB868}"/>
              </a:ext>
            </a:extLst>
          </p:cNvPr>
          <p:cNvSpPr/>
          <p:nvPr/>
        </p:nvSpPr>
        <p:spPr bwMode="auto">
          <a:xfrm>
            <a:off x="2469084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1E27DB7D-9E0A-9524-4774-18A4DCB3B659}"/>
              </a:ext>
            </a:extLst>
          </p:cNvPr>
          <p:cNvSpPr/>
          <p:nvPr/>
        </p:nvSpPr>
        <p:spPr bwMode="auto">
          <a:xfrm>
            <a:off x="7938412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47DB583E-8545-A0CD-4E91-4A7CCFAB3CC3}"/>
              </a:ext>
            </a:extLst>
          </p:cNvPr>
          <p:cNvSpPr/>
          <p:nvPr/>
        </p:nvSpPr>
        <p:spPr bwMode="auto">
          <a:xfrm>
            <a:off x="2613580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B2C8853E-A33F-0993-13E0-45DEFED55378}"/>
              </a:ext>
            </a:extLst>
          </p:cNvPr>
          <p:cNvSpPr/>
          <p:nvPr/>
        </p:nvSpPr>
        <p:spPr bwMode="auto">
          <a:xfrm>
            <a:off x="8082138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99DF417F-40C8-838A-F9A1-91FDB3048A55}"/>
              </a:ext>
            </a:extLst>
          </p:cNvPr>
          <p:cNvSpPr/>
          <p:nvPr/>
        </p:nvSpPr>
        <p:spPr bwMode="auto">
          <a:xfrm>
            <a:off x="2758076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874FB6E-07B6-30E6-374A-941329382695}"/>
              </a:ext>
            </a:extLst>
          </p:cNvPr>
          <p:cNvSpPr/>
          <p:nvPr/>
        </p:nvSpPr>
        <p:spPr bwMode="auto">
          <a:xfrm>
            <a:off x="8225864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5A4125BC-5926-7425-EBF2-C6705F3F578E}"/>
              </a:ext>
            </a:extLst>
          </p:cNvPr>
          <p:cNvSpPr/>
          <p:nvPr/>
        </p:nvSpPr>
        <p:spPr bwMode="auto">
          <a:xfrm>
            <a:off x="2902572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D25871F9-069B-E7DC-0EE2-F80437A9E8E4}"/>
              </a:ext>
            </a:extLst>
          </p:cNvPr>
          <p:cNvSpPr/>
          <p:nvPr/>
        </p:nvSpPr>
        <p:spPr bwMode="auto">
          <a:xfrm>
            <a:off x="3047068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E3C20DFE-92EE-397B-FDCF-36F27903C417}"/>
              </a:ext>
            </a:extLst>
          </p:cNvPr>
          <p:cNvSpPr/>
          <p:nvPr/>
        </p:nvSpPr>
        <p:spPr bwMode="auto">
          <a:xfrm>
            <a:off x="3191564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9EF0CAED-EB6F-2B9D-8CC3-F1DC9D9EA026}"/>
              </a:ext>
            </a:extLst>
          </p:cNvPr>
          <p:cNvSpPr/>
          <p:nvPr/>
        </p:nvSpPr>
        <p:spPr bwMode="auto">
          <a:xfrm>
            <a:off x="3336060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2C56A74E-8F2B-FA25-10DF-CBD8E686AE0B}"/>
              </a:ext>
            </a:extLst>
          </p:cNvPr>
          <p:cNvSpPr/>
          <p:nvPr/>
        </p:nvSpPr>
        <p:spPr bwMode="auto">
          <a:xfrm>
            <a:off x="3480556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C4756E30-3CDC-56F9-DCFE-3D1EF0E54630}"/>
              </a:ext>
            </a:extLst>
          </p:cNvPr>
          <p:cNvSpPr/>
          <p:nvPr/>
        </p:nvSpPr>
        <p:spPr bwMode="auto">
          <a:xfrm>
            <a:off x="3625052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3976EDCF-3235-76A7-FC2A-DDA432A5FBCB}"/>
              </a:ext>
            </a:extLst>
          </p:cNvPr>
          <p:cNvSpPr/>
          <p:nvPr/>
        </p:nvSpPr>
        <p:spPr bwMode="auto">
          <a:xfrm>
            <a:off x="3769548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B44764E2-FBDD-3808-CF4A-6365A54448DD}"/>
              </a:ext>
            </a:extLst>
          </p:cNvPr>
          <p:cNvSpPr/>
          <p:nvPr/>
        </p:nvSpPr>
        <p:spPr bwMode="auto">
          <a:xfrm>
            <a:off x="3914044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628902F9-ACD6-F0E6-DDD0-216A3FF1E244}"/>
              </a:ext>
            </a:extLst>
          </p:cNvPr>
          <p:cNvSpPr/>
          <p:nvPr/>
        </p:nvSpPr>
        <p:spPr bwMode="auto">
          <a:xfrm>
            <a:off x="8369590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>
              <a:solidFill>
                <a:srgbClr val="0070C0"/>
              </a:solidFill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4DA24E9D-3846-879F-2458-33FED95486D6}"/>
              </a:ext>
            </a:extLst>
          </p:cNvPr>
          <p:cNvSpPr/>
          <p:nvPr/>
        </p:nvSpPr>
        <p:spPr bwMode="auto">
          <a:xfrm>
            <a:off x="8513316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D6A963A1-91CC-B63B-F78B-25A05810E9F5}"/>
              </a:ext>
            </a:extLst>
          </p:cNvPr>
          <p:cNvSpPr/>
          <p:nvPr/>
        </p:nvSpPr>
        <p:spPr bwMode="auto">
          <a:xfrm>
            <a:off x="8657042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29BEFE6-27DE-0B62-25D1-A927AE4C488F}"/>
              </a:ext>
            </a:extLst>
          </p:cNvPr>
          <p:cNvSpPr/>
          <p:nvPr/>
        </p:nvSpPr>
        <p:spPr bwMode="auto">
          <a:xfrm>
            <a:off x="8800768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FF9B8D1B-5B46-6B6C-5B1A-D9C100DF2EC7}"/>
              </a:ext>
            </a:extLst>
          </p:cNvPr>
          <p:cNvSpPr/>
          <p:nvPr/>
        </p:nvSpPr>
        <p:spPr bwMode="auto">
          <a:xfrm>
            <a:off x="8944494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17C41BE9-893C-2EE9-E850-45FD97D08F66}"/>
              </a:ext>
            </a:extLst>
          </p:cNvPr>
          <p:cNvSpPr/>
          <p:nvPr/>
        </p:nvSpPr>
        <p:spPr bwMode="auto">
          <a:xfrm>
            <a:off x="9088220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3264C48B-3B25-35FB-C87D-BB3F533FA4CD}"/>
              </a:ext>
            </a:extLst>
          </p:cNvPr>
          <p:cNvSpPr/>
          <p:nvPr/>
        </p:nvSpPr>
        <p:spPr bwMode="auto">
          <a:xfrm>
            <a:off x="9231946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E46B694F-0C3B-3572-38D6-0CF816C6589F}"/>
              </a:ext>
            </a:extLst>
          </p:cNvPr>
          <p:cNvSpPr/>
          <p:nvPr/>
        </p:nvSpPr>
        <p:spPr bwMode="auto">
          <a:xfrm>
            <a:off x="9375672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4B33F685-0F1C-AC72-20C3-D2A9E65C4522}"/>
              </a:ext>
            </a:extLst>
          </p:cNvPr>
          <p:cNvSpPr/>
          <p:nvPr/>
        </p:nvSpPr>
        <p:spPr bwMode="auto">
          <a:xfrm>
            <a:off x="4058540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87206062-59E1-FBD5-D04D-47763520256A}"/>
              </a:ext>
            </a:extLst>
          </p:cNvPr>
          <p:cNvSpPr/>
          <p:nvPr/>
        </p:nvSpPr>
        <p:spPr bwMode="auto">
          <a:xfrm>
            <a:off x="4203036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F648209E-41B4-1B44-61B6-84F2E9A1E2C8}"/>
              </a:ext>
            </a:extLst>
          </p:cNvPr>
          <p:cNvSpPr/>
          <p:nvPr/>
        </p:nvSpPr>
        <p:spPr bwMode="auto">
          <a:xfrm>
            <a:off x="4347532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E8218C51-F034-832F-E454-09B9BBF9BD99}"/>
              </a:ext>
            </a:extLst>
          </p:cNvPr>
          <p:cNvSpPr/>
          <p:nvPr/>
        </p:nvSpPr>
        <p:spPr bwMode="auto">
          <a:xfrm>
            <a:off x="4492035" y="2603657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BEA3E506-0942-D5ED-17AA-0ED1091E404A}"/>
              </a:ext>
            </a:extLst>
          </p:cNvPr>
          <p:cNvSpPr/>
          <p:nvPr/>
        </p:nvSpPr>
        <p:spPr bwMode="auto">
          <a:xfrm>
            <a:off x="9519398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BA54BD74-286F-2C9C-B2EE-CF753E3DBECA}"/>
              </a:ext>
            </a:extLst>
          </p:cNvPr>
          <p:cNvSpPr/>
          <p:nvPr/>
        </p:nvSpPr>
        <p:spPr bwMode="auto">
          <a:xfrm>
            <a:off x="9663124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40D18918-9BF5-117C-99AE-D09ED7AEC681}"/>
              </a:ext>
            </a:extLst>
          </p:cNvPr>
          <p:cNvSpPr/>
          <p:nvPr/>
        </p:nvSpPr>
        <p:spPr bwMode="auto">
          <a:xfrm>
            <a:off x="9806850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1C6D80F1-8E96-F97B-07E3-074386506064}"/>
              </a:ext>
            </a:extLst>
          </p:cNvPr>
          <p:cNvSpPr/>
          <p:nvPr/>
        </p:nvSpPr>
        <p:spPr bwMode="auto">
          <a:xfrm>
            <a:off x="9950569" y="2603657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E6347D39-C606-8FCD-43AE-DC37B415C3F5}"/>
              </a:ext>
            </a:extLst>
          </p:cNvPr>
          <p:cNvSpPr/>
          <p:nvPr/>
        </p:nvSpPr>
        <p:spPr bwMode="auto">
          <a:xfrm>
            <a:off x="1746604" y="2746532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7E26492B-C821-1A13-E722-3436B4D3F518}"/>
              </a:ext>
            </a:extLst>
          </p:cNvPr>
          <p:cNvSpPr/>
          <p:nvPr/>
        </p:nvSpPr>
        <p:spPr bwMode="auto">
          <a:xfrm>
            <a:off x="1890599" y="2746532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6F82B0B1-2195-0D53-5F51-530646510FED}"/>
              </a:ext>
            </a:extLst>
          </p:cNvPr>
          <p:cNvSpPr/>
          <p:nvPr/>
        </p:nvSpPr>
        <p:spPr bwMode="auto">
          <a:xfrm>
            <a:off x="2034594" y="2746532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D3453FB2-DE17-1AA9-1659-7B3FF2BB0BE1}"/>
              </a:ext>
            </a:extLst>
          </p:cNvPr>
          <p:cNvSpPr/>
          <p:nvPr/>
        </p:nvSpPr>
        <p:spPr bwMode="auto">
          <a:xfrm>
            <a:off x="7219782" y="2746532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>
              <a:solidFill>
                <a:srgbClr val="0070C0"/>
              </a:solidFill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A168B29F-3AB0-D199-89B5-DA2375250661}"/>
              </a:ext>
            </a:extLst>
          </p:cNvPr>
          <p:cNvSpPr/>
          <p:nvPr/>
        </p:nvSpPr>
        <p:spPr bwMode="auto">
          <a:xfrm>
            <a:off x="7363508" y="2746532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A47493EA-BBD7-1E0F-6ADE-71010C84F2D3}"/>
              </a:ext>
            </a:extLst>
          </p:cNvPr>
          <p:cNvSpPr/>
          <p:nvPr/>
        </p:nvSpPr>
        <p:spPr bwMode="auto">
          <a:xfrm>
            <a:off x="7507234" y="2746532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33CC3B75-17D9-C1F1-E442-06236EB662D2}"/>
              </a:ext>
            </a:extLst>
          </p:cNvPr>
          <p:cNvSpPr/>
          <p:nvPr/>
        </p:nvSpPr>
        <p:spPr bwMode="auto">
          <a:xfrm>
            <a:off x="4491579" y="5347434"/>
            <a:ext cx="136800" cy="136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cxnSp>
        <p:nvCxnSpPr>
          <p:cNvPr id="99" name="直線單箭頭接點 98">
            <a:extLst>
              <a:ext uri="{FF2B5EF4-FFF2-40B4-BE49-F238E27FC236}">
                <a16:creationId xmlns:a16="http://schemas.microsoft.com/office/drawing/2014/main" id="{4FD0B451-C31B-38EF-D85E-3ADD2C151DBB}"/>
              </a:ext>
            </a:extLst>
          </p:cNvPr>
          <p:cNvCxnSpPr/>
          <p:nvPr/>
        </p:nvCxnSpPr>
        <p:spPr bwMode="auto">
          <a:xfrm>
            <a:off x="4895850" y="3894870"/>
            <a:ext cx="209899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3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 animBg="1"/>
      <p:bldP spid="106" grpId="0" animBg="1"/>
      <p:bldP spid="106" grpId="1" animBg="1"/>
      <p:bldP spid="123" grpId="0" animBg="1"/>
      <p:bldP spid="98" grpId="0" animBg="1"/>
      <p:bldP spid="5" grpId="0" animBg="1"/>
      <p:bldP spid="5" grpId="1" animBg="1"/>
      <p:bldP spid="6" grpId="0" animBg="1"/>
      <p:bldP spid="6" grpId="1" animBg="1"/>
      <p:bldP spid="92" grpId="0" animBg="1"/>
      <p:bldP spid="93" grpId="0" animBg="1"/>
      <p:bldP spid="93" grpId="1" animBg="1"/>
      <p:bldP spid="94" grpId="0" animBg="1"/>
      <p:bldP spid="95" grpId="0" animBg="1"/>
      <p:bldP spid="95" grpId="1" animBg="1"/>
      <p:bldP spid="96" grpId="0" animBg="1"/>
      <p:bldP spid="100" grpId="0" animBg="1"/>
      <p:bldP spid="100" grpId="1" animBg="1"/>
      <p:bldP spid="101" grpId="0" animBg="1"/>
      <p:bldP spid="102" grpId="0" animBg="1"/>
      <p:bldP spid="102" grpId="1" animBg="1"/>
      <p:bldP spid="103" grpId="0" animBg="1"/>
      <p:bldP spid="104" grpId="0" animBg="1"/>
      <p:bldP spid="104" grpId="1" animBg="1"/>
      <p:bldP spid="105" grpId="0" animBg="1"/>
      <p:bldP spid="115" grpId="0" animBg="1"/>
      <p:bldP spid="115" grpId="1" animBg="1"/>
      <p:bldP spid="116" grpId="0" animBg="1"/>
      <p:bldP spid="116" grpId="1" animBg="1"/>
      <p:bldP spid="117" grpId="0" animBg="1"/>
      <p:bldP spid="117" grpId="1" animBg="1"/>
      <p:bldP spid="118" grpId="0" animBg="1"/>
      <p:bldP spid="118" grpId="1" animBg="1"/>
      <p:bldP spid="119" grpId="0" animBg="1"/>
      <p:bldP spid="119" grpId="1" animBg="1"/>
      <p:bldP spid="120" grpId="0" animBg="1"/>
      <p:bldP spid="120" grpId="1" animBg="1"/>
      <p:bldP spid="121" grpId="0" animBg="1"/>
      <p:bldP spid="121" grpId="1" animBg="1"/>
      <p:bldP spid="122" grpId="0" animBg="1"/>
      <p:bldP spid="122" grpId="1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2" grpId="1" animBg="1"/>
      <p:bldP spid="133" grpId="0" animBg="1"/>
      <p:bldP spid="133" grpId="1" animBg="1"/>
      <p:bldP spid="134" grpId="0" animBg="1"/>
      <p:bldP spid="134" grpId="1" animBg="1"/>
      <p:bldP spid="135" grpId="0" animBg="1"/>
      <p:bldP spid="135" grpId="1" animBg="1"/>
      <p:bldP spid="136" grpId="0" animBg="1"/>
      <p:bldP spid="137" grpId="0" animBg="1"/>
      <p:bldP spid="138" grpId="0" animBg="1"/>
      <p:bldP spid="139" grpId="0" animBg="1"/>
      <p:bldP spid="140" grpId="0" animBg="1"/>
      <p:bldP spid="140" grpId="1" animBg="1"/>
      <p:bldP spid="141" grpId="0" animBg="1"/>
      <p:bldP spid="141" grpId="1" animBg="1"/>
      <p:bldP spid="142" grpId="0" animBg="1"/>
      <p:bldP spid="142" grpId="1" animBg="1"/>
      <p:bldP spid="162" grpId="0" animBg="1"/>
      <p:bldP spid="163" grpId="0" animBg="1"/>
      <p:bldP spid="164" grpId="0" animBg="1"/>
      <p:bldP spid="18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矩形 189">
            <a:extLst>
              <a:ext uri="{FF2B5EF4-FFF2-40B4-BE49-F238E27FC236}">
                <a16:creationId xmlns:a16="http://schemas.microsoft.com/office/drawing/2014/main" id="{CAD59B4F-F093-7037-8C44-8C45FED2F784}"/>
              </a:ext>
            </a:extLst>
          </p:cNvPr>
          <p:cNvSpPr/>
          <p:nvPr/>
        </p:nvSpPr>
        <p:spPr bwMode="auto">
          <a:xfrm>
            <a:off x="7183223" y="2570675"/>
            <a:ext cx="2594858" cy="2590355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A546C86B-C68D-9EFA-0D72-81B5A9F13B84}"/>
              </a:ext>
            </a:extLst>
          </p:cNvPr>
          <p:cNvSpPr/>
          <p:nvPr/>
        </p:nvSpPr>
        <p:spPr bwMode="auto">
          <a:xfrm>
            <a:off x="1753666" y="2432115"/>
            <a:ext cx="2880000" cy="28732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57298E-0551-4B68-8D10-6B9FA5646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37" y="452252"/>
            <a:ext cx="30107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Spatial Filtering</a:t>
            </a:r>
            <a:endParaRPr kumimoji="0" lang="zh-TW" altLang="en-US" sz="2800" dirty="0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469D6B09-3E2F-41B2-A2E9-20B8407874C7}"/>
              </a:ext>
            </a:extLst>
          </p:cNvPr>
          <p:cNvGrpSpPr/>
          <p:nvPr/>
        </p:nvGrpSpPr>
        <p:grpSpPr>
          <a:xfrm>
            <a:off x="1745715" y="2425364"/>
            <a:ext cx="2880268" cy="2880000"/>
            <a:chOff x="741809" y="3228544"/>
            <a:chExt cx="2880268" cy="2880000"/>
          </a:xfrm>
        </p:grpSpPr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04A0F8A3-54F0-4977-998A-1404AAAC2E73}"/>
                </a:ext>
              </a:extLst>
            </p:cNvPr>
            <p:cNvGrpSpPr/>
            <p:nvPr/>
          </p:nvGrpSpPr>
          <p:grpSpPr>
            <a:xfrm>
              <a:off x="741809" y="3228544"/>
              <a:ext cx="2880000" cy="2880000"/>
              <a:chOff x="741809" y="3228544"/>
              <a:chExt cx="2880000" cy="2880000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87FFA48-9316-4EDD-82FF-34EA04F27BF6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7" name="直線接點 6">
                <a:extLst>
                  <a:ext uri="{FF2B5EF4-FFF2-40B4-BE49-F238E27FC236}">
                    <a16:creationId xmlns:a16="http://schemas.microsoft.com/office/drawing/2014/main" id="{EF062854-F4D5-4CAE-8EB4-F5791DE8DC12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" name="直線接點 7">
                <a:extLst>
                  <a:ext uri="{FF2B5EF4-FFF2-40B4-BE49-F238E27FC236}">
                    <a16:creationId xmlns:a16="http://schemas.microsoft.com/office/drawing/2014/main" id="{9C709D1E-6C01-4ED3-8F26-3D4A88A69584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" name="直線接點 8">
                <a:extLst>
                  <a:ext uri="{FF2B5EF4-FFF2-40B4-BE49-F238E27FC236}">
                    <a16:creationId xmlns:a16="http://schemas.microsoft.com/office/drawing/2014/main" id="{31CFC71F-4BE4-49F2-94AC-B56B762F020D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F313A04B-3FB2-4BC6-B55D-971C96340339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71DDB8D8-00C7-43F7-8DCF-E4278B61D9CC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BCD52371-D643-4D8A-B912-16C7AA7EBAD5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7620AD6B-DF07-4970-ADC9-CEB1B001BA75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8246E371-A6D6-4D1A-B16F-2F9DF431AD6C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直線接點 14">
                <a:extLst>
                  <a:ext uri="{FF2B5EF4-FFF2-40B4-BE49-F238E27FC236}">
                    <a16:creationId xmlns:a16="http://schemas.microsoft.com/office/drawing/2014/main" id="{EFE3B3AF-1EF0-47D4-A385-BE45C807BAB2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8C4ACEF2-3E57-42B8-B046-756FEC09E854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312135DA-4144-4C34-816A-D701EFB93C64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166DFC03-929F-48E4-AE3E-E3656D913B15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直線接點 18">
                <a:extLst>
                  <a:ext uri="{FF2B5EF4-FFF2-40B4-BE49-F238E27FC236}">
                    <a16:creationId xmlns:a16="http://schemas.microsoft.com/office/drawing/2014/main" id="{EA7C4F76-580D-495B-9C92-9D181DCEFBC9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" name="直線接點 19">
                <a:extLst>
                  <a:ext uri="{FF2B5EF4-FFF2-40B4-BE49-F238E27FC236}">
                    <a16:creationId xmlns:a16="http://schemas.microsoft.com/office/drawing/2014/main" id="{0DB1E19A-1C90-44DE-9E99-21FA4B4C814A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直線接點 20">
                <a:extLst>
                  <a:ext uri="{FF2B5EF4-FFF2-40B4-BE49-F238E27FC236}">
                    <a16:creationId xmlns:a16="http://schemas.microsoft.com/office/drawing/2014/main" id="{47345A6C-D247-49DC-A19F-FB8EEB9B7858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" name="直線接點 21">
                <a:extLst>
                  <a:ext uri="{FF2B5EF4-FFF2-40B4-BE49-F238E27FC236}">
                    <a16:creationId xmlns:a16="http://schemas.microsoft.com/office/drawing/2014/main" id="{62864410-D7D8-445B-9F64-FAD2F58928F5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線接點 22">
                <a:extLst>
                  <a:ext uri="{FF2B5EF4-FFF2-40B4-BE49-F238E27FC236}">
                    <a16:creationId xmlns:a16="http://schemas.microsoft.com/office/drawing/2014/main" id="{34241627-1FE1-4309-BDDB-4D229FDA9B8E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06D4E9C9-EB42-4EC7-B609-C0D29C092FA9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直線接點 24">
                <a:extLst>
                  <a:ext uri="{FF2B5EF4-FFF2-40B4-BE49-F238E27FC236}">
                    <a16:creationId xmlns:a16="http://schemas.microsoft.com/office/drawing/2014/main" id="{A2A6D541-C013-44D9-8A6E-80B107326895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BC8DDF42-BCA3-4156-940C-CF4E59D1C83D}"/>
                </a:ext>
              </a:extLst>
            </p:cNvPr>
            <p:cNvGrpSpPr/>
            <p:nvPr/>
          </p:nvGrpSpPr>
          <p:grpSpPr>
            <a:xfrm rot="5400000">
              <a:off x="742077" y="3228544"/>
              <a:ext cx="2880000" cy="2880000"/>
              <a:chOff x="741809" y="3228544"/>
              <a:chExt cx="2880000" cy="2880000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6D02197A-BA29-40AC-9D09-4CC227DDB7AC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F6E2EBE4-6CA3-4782-B9A4-CA0878AB31B6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直線接點 29">
                <a:extLst>
                  <a:ext uri="{FF2B5EF4-FFF2-40B4-BE49-F238E27FC236}">
                    <a16:creationId xmlns:a16="http://schemas.microsoft.com/office/drawing/2014/main" id="{AC00F0C3-26EB-498A-AC1A-136D8614488A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B925DE73-C197-40D1-AAFF-D06D3C8E1BF8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7D3058D4-4A7C-4D49-9014-62A107F2EE6C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E80FD059-B238-49B5-88A7-394AA6EFF04E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42B6D0E4-6C9D-46B0-91DA-2E66FD1EB82E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直線接點 34">
                <a:extLst>
                  <a:ext uri="{FF2B5EF4-FFF2-40B4-BE49-F238E27FC236}">
                    <a16:creationId xmlns:a16="http://schemas.microsoft.com/office/drawing/2014/main" id="{0DB42231-D73C-4D6E-80B4-1A40F7179847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9649F581-A3A9-44D1-9253-85256A0E8132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D95629B3-56A8-4656-98E1-B4247686B3D6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直線接點 37">
                <a:extLst>
                  <a:ext uri="{FF2B5EF4-FFF2-40B4-BE49-F238E27FC236}">
                    <a16:creationId xmlns:a16="http://schemas.microsoft.com/office/drawing/2014/main" id="{8B7379CB-6AFA-4ADB-8F44-ABD1EF2D165A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直線接點 38">
                <a:extLst>
                  <a:ext uri="{FF2B5EF4-FFF2-40B4-BE49-F238E27FC236}">
                    <a16:creationId xmlns:a16="http://schemas.microsoft.com/office/drawing/2014/main" id="{80ADE060-B052-4321-B899-A2B18483E781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9B1FF680-3FBF-4C47-8001-8DAD7BA1DCC9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直線接點 40">
                <a:extLst>
                  <a:ext uri="{FF2B5EF4-FFF2-40B4-BE49-F238E27FC236}">
                    <a16:creationId xmlns:a16="http://schemas.microsoft.com/office/drawing/2014/main" id="{E6EBDA8E-8696-4FE9-B40F-527AD89C5304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E7C04E35-5F48-4BAE-80FF-8F0F72E2DFDA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8AADACFE-8251-4401-86E8-B52E694B8249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直線接點 43">
                <a:extLst>
                  <a:ext uri="{FF2B5EF4-FFF2-40B4-BE49-F238E27FC236}">
                    <a16:creationId xmlns:a16="http://schemas.microsoft.com/office/drawing/2014/main" id="{500385E2-4491-47C2-92A8-28239FC9E432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" name="直線接點 44">
                <a:extLst>
                  <a:ext uri="{FF2B5EF4-FFF2-40B4-BE49-F238E27FC236}">
                    <a16:creationId xmlns:a16="http://schemas.microsoft.com/office/drawing/2014/main" id="{BE49D118-4E1A-48C4-A871-501E40B76381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直線接點 45">
                <a:extLst>
                  <a:ext uri="{FF2B5EF4-FFF2-40B4-BE49-F238E27FC236}">
                    <a16:creationId xmlns:a16="http://schemas.microsoft.com/office/drawing/2014/main" id="{C293A44E-8976-49D8-8229-0731514DAFDB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7" name="直線接點 46">
                <a:extLst>
                  <a:ext uri="{FF2B5EF4-FFF2-40B4-BE49-F238E27FC236}">
                    <a16:creationId xmlns:a16="http://schemas.microsoft.com/office/drawing/2014/main" id="{1774DC31-3FDB-4783-8FBE-14D2945D2EC3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394772EA-6939-4ECE-8869-5E2E15D75839}"/>
              </a:ext>
            </a:extLst>
          </p:cNvPr>
          <p:cNvGrpSpPr/>
          <p:nvPr/>
        </p:nvGrpSpPr>
        <p:grpSpPr>
          <a:xfrm>
            <a:off x="7042671" y="2425364"/>
            <a:ext cx="2880268" cy="2880000"/>
            <a:chOff x="741809" y="3228544"/>
            <a:chExt cx="2880268" cy="288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2D38A91C-9690-4FAF-85E7-DE58D628494D}"/>
                </a:ext>
              </a:extLst>
            </p:cNvPr>
            <p:cNvGrpSpPr/>
            <p:nvPr/>
          </p:nvGrpSpPr>
          <p:grpSpPr>
            <a:xfrm>
              <a:off x="741809" y="3228544"/>
              <a:ext cx="2880000" cy="2880000"/>
              <a:chOff x="741809" y="3228544"/>
              <a:chExt cx="2880000" cy="2880000"/>
            </a:xfrm>
          </p:grpSpPr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451EF8FD-D8A6-49A4-9F41-B08EC665B6ED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73" name="直線接點 72">
                <a:extLst>
                  <a:ext uri="{FF2B5EF4-FFF2-40B4-BE49-F238E27FC236}">
                    <a16:creationId xmlns:a16="http://schemas.microsoft.com/office/drawing/2014/main" id="{A8446D65-3438-4D20-8B1A-A37AD7DB759B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4" name="直線接點 73">
                <a:extLst>
                  <a:ext uri="{FF2B5EF4-FFF2-40B4-BE49-F238E27FC236}">
                    <a16:creationId xmlns:a16="http://schemas.microsoft.com/office/drawing/2014/main" id="{3B279894-D616-4560-9221-27BAAA1B1285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5" name="直線接點 74">
                <a:extLst>
                  <a:ext uri="{FF2B5EF4-FFF2-40B4-BE49-F238E27FC236}">
                    <a16:creationId xmlns:a16="http://schemas.microsoft.com/office/drawing/2014/main" id="{E69C7AA1-8A41-40B3-A646-23236822D637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5E0076BB-3496-4878-96D0-EEB54DF7EA1A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F3131973-BB1A-44DC-88CE-CF836F49939E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8" name="直線接點 77">
                <a:extLst>
                  <a:ext uri="{FF2B5EF4-FFF2-40B4-BE49-F238E27FC236}">
                    <a16:creationId xmlns:a16="http://schemas.microsoft.com/office/drawing/2014/main" id="{762CF78D-5473-4133-9224-0F3472DBB200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B78BA1B6-FF55-444F-A4D6-5E013EE0E1D1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0" name="直線接點 79">
                <a:extLst>
                  <a:ext uri="{FF2B5EF4-FFF2-40B4-BE49-F238E27FC236}">
                    <a16:creationId xmlns:a16="http://schemas.microsoft.com/office/drawing/2014/main" id="{F1F37159-E1DB-40D8-AA56-F902EE41F6A1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7439D540-4CF1-4C78-935A-1259FB9B8950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AF3F9601-170E-406D-A433-40E36A4C85E1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3" name="直線接點 82">
                <a:extLst>
                  <a:ext uri="{FF2B5EF4-FFF2-40B4-BE49-F238E27FC236}">
                    <a16:creationId xmlns:a16="http://schemas.microsoft.com/office/drawing/2014/main" id="{EEC8DEAF-51EF-4A36-9621-52F5B51EDD82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4" name="直線接點 83">
                <a:extLst>
                  <a:ext uri="{FF2B5EF4-FFF2-40B4-BE49-F238E27FC236}">
                    <a16:creationId xmlns:a16="http://schemas.microsoft.com/office/drawing/2014/main" id="{CE9B7D86-1AC9-4155-89B0-E2300D810BB9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5" name="直線接點 84">
                <a:extLst>
                  <a:ext uri="{FF2B5EF4-FFF2-40B4-BE49-F238E27FC236}">
                    <a16:creationId xmlns:a16="http://schemas.microsoft.com/office/drawing/2014/main" id="{5A21EE47-002B-4B4A-9A91-AE0984BBF92A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6" name="直線接點 85">
                <a:extLst>
                  <a:ext uri="{FF2B5EF4-FFF2-40B4-BE49-F238E27FC236}">
                    <a16:creationId xmlns:a16="http://schemas.microsoft.com/office/drawing/2014/main" id="{B389324D-5914-494A-9B03-5C8B19201D23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7" name="直線接點 86">
                <a:extLst>
                  <a:ext uri="{FF2B5EF4-FFF2-40B4-BE49-F238E27FC236}">
                    <a16:creationId xmlns:a16="http://schemas.microsoft.com/office/drawing/2014/main" id="{3D94E30B-B3E4-4ED2-A8CA-47D877205A02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8" name="直線接點 87">
                <a:extLst>
                  <a:ext uri="{FF2B5EF4-FFF2-40B4-BE49-F238E27FC236}">
                    <a16:creationId xmlns:a16="http://schemas.microsoft.com/office/drawing/2014/main" id="{0C7777B9-E6D9-43BA-AD32-29F9185E23E2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9" name="直線接點 88">
                <a:extLst>
                  <a:ext uri="{FF2B5EF4-FFF2-40B4-BE49-F238E27FC236}">
                    <a16:creationId xmlns:a16="http://schemas.microsoft.com/office/drawing/2014/main" id="{1419377C-C793-4D31-B780-BE024283AADE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0" name="直線接點 89">
                <a:extLst>
                  <a:ext uri="{FF2B5EF4-FFF2-40B4-BE49-F238E27FC236}">
                    <a16:creationId xmlns:a16="http://schemas.microsoft.com/office/drawing/2014/main" id="{A241766F-25D6-4AEE-8240-78ECFA47C159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1" name="直線接點 90">
                <a:extLst>
                  <a:ext uri="{FF2B5EF4-FFF2-40B4-BE49-F238E27FC236}">
                    <a16:creationId xmlns:a16="http://schemas.microsoft.com/office/drawing/2014/main" id="{A9493E99-9F1E-4A43-9601-4F870281D25D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006467FE-263D-4B72-A80B-1883448058C9}"/>
                </a:ext>
              </a:extLst>
            </p:cNvPr>
            <p:cNvGrpSpPr/>
            <p:nvPr/>
          </p:nvGrpSpPr>
          <p:grpSpPr>
            <a:xfrm rot="5400000">
              <a:off x="742077" y="3228544"/>
              <a:ext cx="2880000" cy="2880000"/>
              <a:chOff x="741809" y="3228544"/>
              <a:chExt cx="2880000" cy="28800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8F48C1A9-4F68-4BCB-8ED5-8C8CFEA38BB5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670562A7-B97E-4E86-B610-9906F30A755D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E9460E59-85BC-41DF-AA91-29AC3CD291DB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5" name="直線接點 54">
                <a:extLst>
                  <a:ext uri="{FF2B5EF4-FFF2-40B4-BE49-F238E27FC236}">
                    <a16:creationId xmlns:a16="http://schemas.microsoft.com/office/drawing/2014/main" id="{B9CB815B-6219-4FEF-A4FA-60821632463D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98CB5370-2704-4F09-AC44-8734971567A8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7" name="直線接點 56">
                <a:extLst>
                  <a:ext uri="{FF2B5EF4-FFF2-40B4-BE49-F238E27FC236}">
                    <a16:creationId xmlns:a16="http://schemas.microsoft.com/office/drawing/2014/main" id="{BDD45D3A-C891-4EA0-96D5-09E7A8E542EF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" name="直線接點 57">
                <a:extLst>
                  <a:ext uri="{FF2B5EF4-FFF2-40B4-BE49-F238E27FC236}">
                    <a16:creationId xmlns:a16="http://schemas.microsoft.com/office/drawing/2014/main" id="{73131252-89F4-49A0-B41D-FAA80F55937B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" name="直線接點 58">
                <a:extLst>
                  <a:ext uri="{FF2B5EF4-FFF2-40B4-BE49-F238E27FC236}">
                    <a16:creationId xmlns:a16="http://schemas.microsoft.com/office/drawing/2014/main" id="{92C30C5E-92B6-4941-954D-6926A690C397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" name="直線接點 59">
                <a:extLst>
                  <a:ext uri="{FF2B5EF4-FFF2-40B4-BE49-F238E27FC236}">
                    <a16:creationId xmlns:a16="http://schemas.microsoft.com/office/drawing/2014/main" id="{81754CCF-A37F-4B10-A18A-D696AA4420C7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" name="直線接點 60">
                <a:extLst>
                  <a:ext uri="{FF2B5EF4-FFF2-40B4-BE49-F238E27FC236}">
                    <a16:creationId xmlns:a16="http://schemas.microsoft.com/office/drawing/2014/main" id="{192D1260-1D8E-43F2-B791-60411BE63E92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" name="直線接點 61">
                <a:extLst>
                  <a:ext uri="{FF2B5EF4-FFF2-40B4-BE49-F238E27FC236}">
                    <a16:creationId xmlns:a16="http://schemas.microsoft.com/office/drawing/2014/main" id="{F1A17F1C-7B10-4B1F-B5BB-C446D5AA6412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" name="直線接點 62">
                <a:extLst>
                  <a:ext uri="{FF2B5EF4-FFF2-40B4-BE49-F238E27FC236}">
                    <a16:creationId xmlns:a16="http://schemas.microsoft.com/office/drawing/2014/main" id="{96192121-5F78-4389-B425-B0EEC70A41A1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4" name="直線接點 63">
                <a:extLst>
                  <a:ext uri="{FF2B5EF4-FFF2-40B4-BE49-F238E27FC236}">
                    <a16:creationId xmlns:a16="http://schemas.microsoft.com/office/drawing/2014/main" id="{89099FB6-739C-4671-83AA-749728A83624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5" name="直線接點 64">
                <a:extLst>
                  <a:ext uri="{FF2B5EF4-FFF2-40B4-BE49-F238E27FC236}">
                    <a16:creationId xmlns:a16="http://schemas.microsoft.com/office/drawing/2014/main" id="{6F49966E-B33B-49F6-BF04-FC701D51A829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" name="直線接點 65">
                <a:extLst>
                  <a:ext uri="{FF2B5EF4-FFF2-40B4-BE49-F238E27FC236}">
                    <a16:creationId xmlns:a16="http://schemas.microsoft.com/office/drawing/2014/main" id="{20DEF90A-EAA1-4500-A764-7A71CE244798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8BF3AB29-4480-4CC5-97CB-CBFC28ECDD14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8" name="直線接點 67">
                <a:extLst>
                  <a:ext uri="{FF2B5EF4-FFF2-40B4-BE49-F238E27FC236}">
                    <a16:creationId xmlns:a16="http://schemas.microsoft.com/office/drawing/2014/main" id="{C4488E53-AD35-47ED-AE07-DBF1F061B987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9" name="直線接點 68">
                <a:extLst>
                  <a:ext uri="{FF2B5EF4-FFF2-40B4-BE49-F238E27FC236}">
                    <a16:creationId xmlns:a16="http://schemas.microsoft.com/office/drawing/2014/main" id="{179E0341-9825-4D06-800B-621D55457EC5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E52F8B14-E2CD-4023-B335-E7187FEFFD31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B0EC43EC-E8A2-4D23-8753-DA22118DB43C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106" name="矩形 105">
            <a:extLst>
              <a:ext uri="{FF2B5EF4-FFF2-40B4-BE49-F238E27FC236}">
                <a16:creationId xmlns:a16="http://schemas.microsoft.com/office/drawing/2014/main" id="{74C4858D-7F6C-406E-8CBE-A9423ADFFBDF}"/>
              </a:ext>
            </a:extLst>
          </p:cNvPr>
          <p:cNvSpPr/>
          <p:nvPr/>
        </p:nvSpPr>
        <p:spPr bwMode="auto">
          <a:xfrm>
            <a:off x="7184234" y="2570675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5DECB819-CDEC-4821-A7AE-7F9A33624A6D}"/>
              </a:ext>
            </a:extLst>
          </p:cNvPr>
          <p:cNvSpPr/>
          <p:nvPr/>
        </p:nvSpPr>
        <p:spPr>
          <a:xfrm>
            <a:off x="1984642" y="1567387"/>
            <a:ext cx="81465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TW" i="1" dirty="0">
                <a:latin typeface="+mn-ea"/>
                <a:cs typeface="Arial" charset="0"/>
              </a:rPr>
              <a:t>f </a:t>
            </a:r>
            <a:r>
              <a:rPr kumimoji="0" lang="en-US" altLang="zh-TW" dirty="0">
                <a:latin typeface="+mn-ea"/>
                <a:cs typeface="Arial" charset="0"/>
              </a:rPr>
              <a:t>(</a:t>
            </a:r>
            <a:r>
              <a:rPr kumimoji="0" lang="en-US" altLang="zh-TW" i="1" dirty="0">
                <a:latin typeface="+mn-ea"/>
                <a:cs typeface="Arial" charset="0"/>
              </a:rPr>
              <a:t>x</a:t>
            </a:r>
            <a:r>
              <a:rPr kumimoji="0" lang="en-US" altLang="zh-TW" dirty="0">
                <a:latin typeface="+mn-ea"/>
                <a:cs typeface="Arial" charset="0"/>
              </a:rPr>
              <a:t>, </a:t>
            </a:r>
            <a:r>
              <a:rPr kumimoji="0" lang="en-US" altLang="zh-TW" i="1" dirty="0">
                <a:latin typeface="+mn-ea"/>
                <a:cs typeface="Arial" charset="0"/>
              </a:rPr>
              <a:t>y</a:t>
            </a:r>
            <a:r>
              <a:rPr kumimoji="0" lang="en-US" altLang="zh-TW" dirty="0">
                <a:latin typeface="+mn-ea"/>
                <a:cs typeface="Arial" charset="0"/>
              </a:rPr>
              <a:t>): </a:t>
            </a: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input image                              </a:t>
            </a:r>
            <a:r>
              <a:rPr kumimoji="0" lang="en-US" altLang="zh-TW" i="1" dirty="0">
                <a:latin typeface="+mn-ea"/>
                <a:cs typeface="Arial" charset="0"/>
              </a:rPr>
              <a:t>g </a:t>
            </a:r>
            <a:r>
              <a:rPr kumimoji="0" lang="en-US" altLang="zh-TW" dirty="0">
                <a:latin typeface="+mn-ea"/>
                <a:cs typeface="Arial" charset="0"/>
              </a:rPr>
              <a:t>(</a:t>
            </a:r>
            <a:r>
              <a:rPr kumimoji="0" lang="en-US" altLang="zh-TW" i="1" dirty="0">
                <a:latin typeface="+mn-ea"/>
                <a:cs typeface="Arial" charset="0"/>
              </a:rPr>
              <a:t>x, y</a:t>
            </a:r>
            <a:r>
              <a:rPr kumimoji="0" lang="en-US" altLang="zh-TW" dirty="0">
                <a:latin typeface="+mn-ea"/>
                <a:cs typeface="Arial" charset="0"/>
              </a:rPr>
              <a:t>): </a:t>
            </a: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output image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0B12C441-BAD2-4FD3-AC4F-DF5EFCC6AF3C}"/>
              </a:ext>
            </a:extLst>
          </p:cNvPr>
          <p:cNvSpPr/>
          <p:nvPr/>
        </p:nvSpPr>
        <p:spPr>
          <a:xfrm>
            <a:off x="4920815" y="653858"/>
            <a:ext cx="15552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TW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</a:t>
            </a:r>
            <a:r>
              <a:rPr kumimoji="0"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×</a:t>
            </a:r>
            <a:r>
              <a:rPr kumimoji="0" lang="en-US" altLang="zh-TW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 mask</a:t>
            </a:r>
            <a:endParaRPr lang="zh-TW" altLang="en-US" dirty="0"/>
          </a:p>
        </p:txBody>
      </p:sp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A75C1411-D053-47D8-BB0E-E66808AAD544}"/>
              </a:ext>
            </a:extLst>
          </p:cNvPr>
          <p:cNvGrpSpPr/>
          <p:nvPr/>
        </p:nvGrpSpPr>
        <p:grpSpPr>
          <a:xfrm>
            <a:off x="1744216" y="2429304"/>
            <a:ext cx="439954" cy="436619"/>
            <a:chOff x="1784692" y="1782269"/>
            <a:chExt cx="439954" cy="436619"/>
          </a:xfrm>
        </p:grpSpPr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6777B150-B1D8-47D4-A6BD-050FFD5D9D04}"/>
                </a:ext>
              </a:extLst>
            </p:cNvPr>
            <p:cNvGrpSpPr/>
            <p:nvPr/>
          </p:nvGrpSpPr>
          <p:grpSpPr>
            <a:xfrm>
              <a:off x="1784692" y="1782269"/>
              <a:ext cx="439954" cy="436619"/>
              <a:chOff x="2785299" y="1876933"/>
              <a:chExt cx="439954" cy="436619"/>
            </a:xfrm>
            <a:noFill/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42F6E73-8B31-4DC9-89E4-C0CEF99E6722}"/>
                  </a:ext>
                </a:extLst>
              </p:cNvPr>
              <p:cNvSpPr/>
              <p:nvPr/>
            </p:nvSpPr>
            <p:spPr bwMode="auto">
              <a:xfrm>
                <a:off x="2785299" y="1876933"/>
                <a:ext cx="432000" cy="432000"/>
              </a:xfrm>
              <a:prstGeom prst="rect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93" name="直線接點 92">
                <a:extLst>
                  <a:ext uri="{FF2B5EF4-FFF2-40B4-BE49-F238E27FC236}">
                    <a16:creationId xmlns:a16="http://schemas.microsoft.com/office/drawing/2014/main" id="{AE2526DC-73C6-43D7-A415-9BE61019CF05}"/>
                  </a:ext>
                </a:extLst>
              </p:cNvPr>
              <p:cNvCxnSpPr/>
              <p:nvPr/>
            </p:nvCxnSpPr>
            <p:spPr bwMode="auto">
              <a:xfrm>
                <a:off x="2921505" y="1876933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4" name="直線接點 93">
                <a:extLst>
                  <a:ext uri="{FF2B5EF4-FFF2-40B4-BE49-F238E27FC236}">
                    <a16:creationId xmlns:a16="http://schemas.microsoft.com/office/drawing/2014/main" id="{2D47FA95-0EEC-4EAF-A832-5007E3DA071E}"/>
                  </a:ext>
                </a:extLst>
              </p:cNvPr>
              <p:cNvCxnSpPr/>
              <p:nvPr/>
            </p:nvCxnSpPr>
            <p:spPr bwMode="auto">
              <a:xfrm>
                <a:off x="3064669" y="1881552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" name="直線接點 94">
                <a:extLst>
                  <a:ext uri="{FF2B5EF4-FFF2-40B4-BE49-F238E27FC236}">
                    <a16:creationId xmlns:a16="http://schemas.microsoft.com/office/drawing/2014/main" id="{80C523B8-571E-4F71-89F6-C3F254320C1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3009253" y="1936973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6" name="直線接點 95">
                <a:extLst>
                  <a:ext uri="{FF2B5EF4-FFF2-40B4-BE49-F238E27FC236}">
                    <a16:creationId xmlns:a16="http://schemas.microsoft.com/office/drawing/2014/main" id="{942F8585-6795-4C3B-9F05-CD9F40FF188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3001299" y="1803042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CAE0D714-3EDE-448C-9EE5-6F9970D73499}"/>
                </a:ext>
              </a:extLst>
            </p:cNvPr>
            <p:cNvSpPr/>
            <p:nvPr/>
          </p:nvSpPr>
          <p:spPr bwMode="auto">
            <a:xfrm>
              <a:off x="1925321" y="1925323"/>
              <a:ext cx="144000" cy="144000"/>
            </a:xfrm>
            <a:prstGeom prst="rect">
              <a:avLst/>
            </a:prstGeom>
            <a:solidFill>
              <a:srgbClr val="FF00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</p:grpSp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2A8E37FB-D649-4945-B558-7E08CBD524F9}"/>
              </a:ext>
            </a:extLst>
          </p:cNvPr>
          <p:cNvGrpSpPr/>
          <p:nvPr/>
        </p:nvGrpSpPr>
        <p:grpSpPr>
          <a:xfrm>
            <a:off x="6763301" y="693185"/>
            <a:ext cx="439954" cy="436619"/>
            <a:chOff x="2785299" y="1876933"/>
            <a:chExt cx="439954" cy="436619"/>
          </a:xfrm>
          <a:noFill/>
        </p:grpSpPr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A1D9FA79-69AE-4B97-9857-70545484C440}"/>
                </a:ext>
              </a:extLst>
            </p:cNvPr>
            <p:cNvSpPr/>
            <p:nvPr/>
          </p:nvSpPr>
          <p:spPr bwMode="auto">
            <a:xfrm>
              <a:off x="2785299" y="1876933"/>
              <a:ext cx="432000" cy="432000"/>
            </a:xfrm>
            <a:prstGeom prst="rect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55" name="直線接點 154">
              <a:extLst>
                <a:ext uri="{FF2B5EF4-FFF2-40B4-BE49-F238E27FC236}">
                  <a16:creationId xmlns:a16="http://schemas.microsoft.com/office/drawing/2014/main" id="{8245BFBA-0439-4033-96E4-DCCA2B5B1D41}"/>
                </a:ext>
              </a:extLst>
            </p:cNvPr>
            <p:cNvCxnSpPr/>
            <p:nvPr/>
          </p:nvCxnSpPr>
          <p:spPr bwMode="auto">
            <a:xfrm>
              <a:off x="2921505" y="1876933"/>
              <a:ext cx="0" cy="432000"/>
            </a:xfrm>
            <a:prstGeom prst="line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直線接點 155">
              <a:extLst>
                <a:ext uri="{FF2B5EF4-FFF2-40B4-BE49-F238E27FC236}">
                  <a16:creationId xmlns:a16="http://schemas.microsoft.com/office/drawing/2014/main" id="{A966C43B-80CE-45C2-AF5F-E9EEBF891AC4}"/>
                </a:ext>
              </a:extLst>
            </p:cNvPr>
            <p:cNvCxnSpPr/>
            <p:nvPr/>
          </p:nvCxnSpPr>
          <p:spPr bwMode="auto">
            <a:xfrm>
              <a:off x="3064669" y="1881552"/>
              <a:ext cx="0" cy="432000"/>
            </a:xfrm>
            <a:prstGeom prst="line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線接點 156">
              <a:extLst>
                <a:ext uri="{FF2B5EF4-FFF2-40B4-BE49-F238E27FC236}">
                  <a16:creationId xmlns:a16="http://schemas.microsoft.com/office/drawing/2014/main" id="{0002DFE6-B066-4BFD-B56D-F94BF2226E22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3009253" y="1936973"/>
              <a:ext cx="0" cy="432000"/>
            </a:xfrm>
            <a:prstGeom prst="line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線接點 157">
              <a:extLst>
                <a:ext uri="{FF2B5EF4-FFF2-40B4-BE49-F238E27FC236}">
                  <a16:creationId xmlns:a16="http://schemas.microsoft.com/office/drawing/2014/main" id="{D40BE172-AB97-4440-B56C-975D3C49D2C4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3001299" y="1803042"/>
              <a:ext cx="0" cy="432000"/>
            </a:xfrm>
            <a:prstGeom prst="line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53" name="矩形 152">
            <a:extLst>
              <a:ext uri="{FF2B5EF4-FFF2-40B4-BE49-F238E27FC236}">
                <a16:creationId xmlns:a16="http://schemas.microsoft.com/office/drawing/2014/main" id="{7736C714-0E6B-41EC-A972-3B9098AC867C}"/>
              </a:ext>
            </a:extLst>
          </p:cNvPr>
          <p:cNvSpPr/>
          <p:nvPr/>
        </p:nvSpPr>
        <p:spPr bwMode="auto">
          <a:xfrm>
            <a:off x="6903930" y="836239"/>
            <a:ext cx="144000" cy="1440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DDED71-D7C4-E31F-4384-BC01CB42BDB4}"/>
              </a:ext>
            </a:extLst>
          </p:cNvPr>
          <p:cNvSpPr/>
          <p:nvPr/>
        </p:nvSpPr>
        <p:spPr>
          <a:xfrm>
            <a:off x="5094876" y="3276248"/>
            <a:ext cx="17009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0"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transformation function </a:t>
            </a:r>
            <a:r>
              <a:rPr kumimoji="0" lang="en-US" altLang="zh-TW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1600" dirty="0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EDB9B42E-30F6-77F4-5925-9A6EFC9754AF}"/>
              </a:ext>
            </a:extLst>
          </p:cNvPr>
          <p:cNvSpPr/>
          <p:nvPr/>
        </p:nvSpPr>
        <p:spPr bwMode="auto">
          <a:xfrm>
            <a:off x="7327109" y="2570675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grpSp>
        <p:nvGrpSpPr>
          <p:cNvPr id="165" name="群組 164">
            <a:extLst>
              <a:ext uri="{FF2B5EF4-FFF2-40B4-BE49-F238E27FC236}">
                <a16:creationId xmlns:a16="http://schemas.microsoft.com/office/drawing/2014/main" id="{B17B65B1-E71E-FBE6-010E-8AA9A2D731F8}"/>
              </a:ext>
            </a:extLst>
          </p:cNvPr>
          <p:cNvGrpSpPr/>
          <p:nvPr/>
        </p:nvGrpSpPr>
        <p:grpSpPr>
          <a:xfrm>
            <a:off x="1887799" y="2429304"/>
            <a:ext cx="439954" cy="436619"/>
            <a:chOff x="1784692" y="1782269"/>
            <a:chExt cx="439954" cy="436619"/>
          </a:xfrm>
        </p:grpSpPr>
        <p:grpSp>
          <p:nvGrpSpPr>
            <p:cNvPr id="166" name="群組 165">
              <a:extLst>
                <a:ext uri="{FF2B5EF4-FFF2-40B4-BE49-F238E27FC236}">
                  <a16:creationId xmlns:a16="http://schemas.microsoft.com/office/drawing/2014/main" id="{53FEAA07-E76A-ED2C-C841-AEEB9F006BC7}"/>
                </a:ext>
              </a:extLst>
            </p:cNvPr>
            <p:cNvGrpSpPr/>
            <p:nvPr/>
          </p:nvGrpSpPr>
          <p:grpSpPr>
            <a:xfrm>
              <a:off x="1784692" y="1782269"/>
              <a:ext cx="439954" cy="436619"/>
              <a:chOff x="2785299" y="1876933"/>
              <a:chExt cx="439954" cy="436619"/>
            </a:xfrm>
            <a:noFill/>
          </p:grpSpPr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0AC988A1-4948-A349-8715-2597B19548E3}"/>
                  </a:ext>
                </a:extLst>
              </p:cNvPr>
              <p:cNvSpPr/>
              <p:nvPr/>
            </p:nvSpPr>
            <p:spPr bwMode="auto">
              <a:xfrm>
                <a:off x="2785299" y="1876933"/>
                <a:ext cx="432000" cy="432000"/>
              </a:xfrm>
              <a:prstGeom prst="rect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169" name="直線接點 168">
                <a:extLst>
                  <a:ext uri="{FF2B5EF4-FFF2-40B4-BE49-F238E27FC236}">
                    <a16:creationId xmlns:a16="http://schemas.microsoft.com/office/drawing/2014/main" id="{EA830282-9F6A-477D-F40F-C6F122B14611}"/>
                  </a:ext>
                </a:extLst>
              </p:cNvPr>
              <p:cNvCxnSpPr/>
              <p:nvPr/>
            </p:nvCxnSpPr>
            <p:spPr bwMode="auto">
              <a:xfrm>
                <a:off x="2921505" y="1876933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0" name="直線接點 169">
                <a:extLst>
                  <a:ext uri="{FF2B5EF4-FFF2-40B4-BE49-F238E27FC236}">
                    <a16:creationId xmlns:a16="http://schemas.microsoft.com/office/drawing/2014/main" id="{58CE3129-6A1B-5F56-F5EB-AE513DABA70C}"/>
                  </a:ext>
                </a:extLst>
              </p:cNvPr>
              <p:cNvCxnSpPr/>
              <p:nvPr/>
            </p:nvCxnSpPr>
            <p:spPr bwMode="auto">
              <a:xfrm>
                <a:off x="3064669" y="1881552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1" name="直線接點 170">
                <a:extLst>
                  <a:ext uri="{FF2B5EF4-FFF2-40B4-BE49-F238E27FC236}">
                    <a16:creationId xmlns:a16="http://schemas.microsoft.com/office/drawing/2014/main" id="{07AE08F8-EC85-BCA0-02BB-84EDB0F9FC8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3009253" y="1936973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2" name="直線接點 171">
                <a:extLst>
                  <a:ext uri="{FF2B5EF4-FFF2-40B4-BE49-F238E27FC236}">
                    <a16:creationId xmlns:a16="http://schemas.microsoft.com/office/drawing/2014/main" id="{2D3B727D-0EBD-06AB-3EBC-4F446EA645A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3001299" y="1803042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D0F8CAC0-229A-05AA-F88C-4106B9436EFC}"/>
                </a:ext>
              </a:extLst>
            </p:cNvPr>
            <p:cNvSpPr/>
            <p:nvPr/>
          </p:nvSpPr>
          <p:spPr bwMode="auto">
            <a:xfrm>
              <a:off x="1925321" y="1925323"/>
              <a:ext cx="144000" cy="144000"/>
            </a:xfrm>
            <a:prstGeom prst="rect">
              <a:avLst/>
            </a:prstGeom>
            <a:solidFill>
              <a:srgbClr val="FF00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</p:grpSp>
      <p:grpSp>
        <p:nvGrpSpPr>
          <p:cNvPr id="181" name="群組 180">
            <a:extLst>
              <a:ext uri="{FF2B5EF4-FFF2-40B4-BE49-F238E27FC236}">
                <a16:creationId xmlns:a16="http://schemas.microsoft.com/office/drawing/2014/main" id="{7897EC00-AEC8-BE6C-76F1-59B43A7C048B}"/>
              </a:ext>
            </a:extLst>
          </p:cNvPr>
          <p:cNvGrpSpPr/>
          <p:nvPr/>
        </p:nvGrpSpPr>
        <p:grpSpPr>
          <a:xfrm>
            <a:off x="2031382" y="2429304"/>
            <a:ext cx="439954" cy="436619"/>
            <a:chOff x="1784692" y="1782269"/>
            <a:chExt cx="439954" cy="436619"/>
          </a:xfrm>
        </p:grpSpPr>
        <p:grpSp>
          <p:nvGrpSpPr>
            <p:cNvPr id="182" name="群組 181">
              <a:extLst>
                <a:ext uri="{FF2B5EF4-FFF2-40B4-BE49-F238E27FC236}">
                  <a16:creationId xmlns:a16="http://schemas.microsoft.com/office/drawing/2014/main" id="{CF23FC1F-E326-552F-8DAC-B5D5B55137A4}"/>
                </a:ext>
              </a:extLst>
            </p:cNvPr>
            <p:cNvGrpSpPr/>
            <p:nvPr/>
          </p:nvGrpSpPr>
          <p:grpSpPr>
            <a:xfrm>
              <a:off x="1784692" y="1782269"/>
              <a:ext cx="439954" cy="436619"/>
              <a:chOff x="2785299" y="1876933"/>
              <a:chExt cx="439954" cy="436619"/>
            </a:xfrm>
            <a:noFill/>
          </p:grpSpPr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9282AF55-41FE-ACF4-1FF2-91CE13743958}"/>
                  </a:ext>
                </a:extLst>
              </p:cNvPr>
              <p:cNvSpPr/>
              <p:nvPr/>
            </p:nvSpPr>
            <p:spPr bwMode="auto">
              <a:xfrm>
                <a:off x="2785299" y="1876933"/>
                <a:ext cx="432000" cy="432000"/>
              </a:xfrm>
              <a:prstGeom prst="rect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185" name="直線接點 184">
                <a:extLst>
                  <a:ext uri="{FF2B5EF4-FFF2-40B4-BE49-F238E27FC236}">
                    <a16:creationId xmlns:a16="http://schemas.microsoft.com/office/drawing/2014/main" id="{046E279F-D4A1-3277-13A8-A50EE5CCAF78}"/>
                  </a:ext>
                </a:extLst>
              </p:cNvPr>
              <p:cNvCxnSpPr/>
              <p:nvPr/>
            </p:nvCxnSpPr>
            <p:spPr bwMode="auto">
              <a:xfrm>
                <a:off x="2921505" y="1876933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6" name="直線接點 185">
                <a:extLst>
                  <a:ext uri="{FF2B5EF4-FFF2-40B4-BE49-F238E27FC236}">
                    <a16:creationId xmlns:a16="http://schemas.microsoft.com/office/drawing/2014/main" id="{E14571C9-98BA-DE8F-1C73-F93C04D441DB}"/>
                  </a:ext>
                </a:extLst>
              </p:cNvPr>
              <p:cNvCxnSpPr/>
              <p:nvPr/>
            </p:nvCxnSpPr>
            <p:spPr bwMode="auto">
              <a:xfrm>
                <a:off x="3064669" y="1881552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7" name="直線接點 186">
                <a:extLst>
                  <a:ext uri="{FF2B5EF4-FFF2-40B4-BE49-F238E27FC236}">
                    <a16:creationId xmlns:a16="http://schemas.microsoft.com/office/drawing/2014/main" id="{33F942E8-E9CE-EED5-43B9-15025F0C144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3009253" y="1936973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8" name="直線接點 187">
                <a:extLst>
                  <a:ext uri="{FF2B5EF4-FFF2-40B4-BE49-F238E27FC236}">
                    <a16:creationId xmlns:a16="http://schemas.microsoft.com/office/drawing/2014/main" id="{770A6D31-F74B-52F5-79AB-FD78EB2A245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3001299" y="1803042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7A993439-5C30-0B33-B6E2-45C8A4043E01}"/>
                </a:ext>
              </a:extLst>
            </p:cNvPr>
            <p:cNvSpPr/>
            <p:nvPr/>
          </p:nvSpPr>
          <p:spPr bwMode="auto">
            <a:xfrm>
              <a:off x="1925321" y="1925323"/>
              <a:ext cx="144000" cy="144000"/>
            </a:xfrm>
            <a:prstGeom prst="rect">
              <a:avLst/>
            </a:prstGeom>
            <a:solidFill>
              <a:srgbClr val="FF00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</p:grpSp>
      <p:sp>
        <p:nvSpPr>
          <p:cNvPr id="189" name="矩形 188">
            <a:extLst>
              <a:ext uri="{FF2B5EF4-FFF2-40B4-BE49-F238E27FC236}">
                <a16:creationId xmlns:a16="http://schemas.microsoft.com/office/drawing/2014/main" id="{26952634-85EA-37BC-1B95-EF6CA3F5C3B9}"/>
              </a:ext>
            </a:extLst>
          </p:cNvPr>
          <p:cNvSpPr/>
          <p:nvPr/>
        </p:nvSpPr>
        <p:spPr bwMode="auto">
          <a:xfrm>
            <a:off x="7469984" y="2570675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EC278786-15D2-DB36-B2EB-C7D667E68671}"/>
              </a:ext>
            </a:extLst>
          </p:cNvPr>
          <p:cNvGrpSpPr/>
          <p:nvPr/>
        </p:nvGrpSpPr>
        <p:grpSpPr>
          <a:xfrm>
            <a:off x="4193444" y="4878270"/>
            <a:ext cx="439954" cy="436619"/>
            <a:chOff x="1784692" y="1782269"/>
            <a:chExt cx="439954" cy="436619"/>
          </a:xfrm>
        </p:grpSpPr>
        <p:grpSp>
          <p:nvGrpSpPr>
            <p:cNvPr id="192" name="群組 191">
              <a:extLst>
                <a:ext uri="{FF2B5EF4-FFF2-40B4-BE49-F238E27FC236}">
                  <a16:creationId xmlns:a16="http://schemas.microsoft.com/office/drawing/2014/main" id="{9086C350-9652-19AB-9DE1-7AAFB7C59C20}"/>
                </a:ext>
              </a:extLst>
            </p:cNvPr>
            <p:cNvGrpSpPr/>
            <p:nvPr/>
          </p:nvGrpSpPr>
          <p:grpSpPr>
            <a:xfrm>
              <a:off x="1784692" y="1782269"/>
              <a:ext cx="439954" cy="436619"/>
              <a:chOff x="2785299" y="1876933"/>
              <a:chExt cx="439954" cy="436619"/>
            </a:xfrm>
            <a:noFill/>
          </p:grpSpPr>
          <p:sp>
            <p:nvSpPr>
              <p:cNvPr id="194" name="矩形 193">
                <a:extLst>
                  <a:ext uri="{FF2B5EF4-FFF2-40B4-BE49-F238E27FC236}">
                    <a16:creationId xmlns:a16="http://schemas.microsoft.com/office/drawing/2014/main" id="{D5EEF3AE-6BE2-86BF-4EE0-BB6AF917BF87}"/>
                  </a:ext>
                </a:extLst>
              </p:cNvPr>
              <p:cNvSpPr/>
              <p:nvPr/>
            </p:nvSpPr>
            <p:spPr bwMode="auto">
              <a:xfrm>
                <a:off x="2785299" y="1876933"/>
                <a:ext cx="432000" cy="432000"/>
              </a:xfrm>
              <a:prstGeom prst="rect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195" name="直線接點 194">
                <a:extLst>
                  <a:ext uri="{FF2B5EF4-FFF2-40B4-BE49-F238E27FC236}">
                    <a16:creationId xmlns:a16="http://schemas.microsoft.com/office/drawing/2014/main" id="{15032F8B-97A2-356F-EAA2-70272A85A50F}"/>
                  </a:ext>
                </a:extLst>
              </p:cNvPr>
              <p:cNvCxnSpPr/>
              <p:nvPr/>
            </p:nvCxnSpPr>
            <p:spPr bwMode="auto">
              <a:xfrm>
                <a:off x="2921505" y="1876933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6" name="直線接點 195">
                <a:extLst>
                  <a:ext uri="{FF2B5EF4-FFF2-40B4-BE49-F238E27FC236}">
                    <a16:creationId xmlns:a16="http://schemas.microsoft.com/office/drawing/2014/main" id="{57065588-0674-9685-BBE7-321D8E03A2DC}"/>
                  </a:ext>
                </a:extLst>
              </p:cNvPr>
              <p:cNvCxnSpPr/>
              <p:nvPr/>
            </p:nvCxnSpPr>
            <p:spPr bwMode="auto">
              <a:xfrm>
                <a:off x="3064669" y="1881552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7" name="直線接點 196">
                <a:extLst>
                  <a:ext uri="{FF2B5EF4-FFF2-40B4-BE49-F238E27FC236}">
                    <a16:creationId xmlns:a16="http://schemas.microsoft.com/office/drawing/2014/main" id="{087C72CC-24FB-E8CF-289C-CF1563E9D8F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3009253" y="1936973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8" name="直線接點 197">
                <a:extLst>
                  <a:ext uri="{FF2B5EF4-FFF2-40B4-BE49-F238E27FC236}">
                    <a16:creationId xmlns:a16="http://schemas.microsoft.com/office/drawing/2014/main" id="{9022D09D-C4AD-3E38-80B1-C90E3FED63C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3001299" y="1803042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AD25C1E9-0A74-CCCA-3479-A401F7FD08D3}"/>
                </a:ext>
              </a:extLst>
            </p:cNvPr>
            <p:cNvSpPr/>
            <p:nvPr/>
          </p:nvSpPr>
          <p:spPr bwMode="auto">
            <a:xfrm>
              <a:off x="1925321" y="1925323"/>
              <a:ext cx="144000" cy="144000"/>
            </a:xfrm>
            <a:prstGeom prst="rect">
              <a:avLst/>
            </a:prstGeom>
            <a:solidFill>
              <a:srgbClr val="FF00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</p:grpSp>
      <p:sp>
        <p:nvSpPr>
          <p:cNvPr id="199" name="文字方塊 198">
            <a:extLst>
              <a:ext uri="{FF2B5EF4-FFF2-40B4-BE49-F238E27FC236}">
                <a16:creationId xmlns:a16="http://schemas.microsoft.com/office/drawing/2014/main" id="{B922CF62-C0B1-D368-53AA-2862201C9C0F}"/>
              </a:ext>
            </a:extLst>
          </p:cNvPr>
          <p:cNvSpPr txBox="1"/>
          <p:nvPr/>
        </p:nvSpPr>
        <p:spPr>
          <a:xfrm>
            <a:off x="4110602" y="5790032"/>
            <a:ext cx="38946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output size </a:t>
            </a: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  <a:sym typeface="Symbol" panose="05050102010706020507" pitchFamily="18" charset="2"/>
              </a:rPr>
              <a:t></a:t>
            </a: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input size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3A67CBCB-896B-0113-6CF9-54D3CCBF5285}"/>
              </a:ext>
            </a:extLst>
          </p:cNvPr>
          <p:cNvCxnSpPr/>
          <p:nvPr/>
        </p:nvCxnSpPr>
        <p:spPr bwMode="auto">
          <a:xfrm>
            <a:off x="4895850" y="3894870"/>
            <a:ext cx="209899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45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 animBg="1"/>
      <p:bldP spid="106" grpId="0" animBg="1"/>
      <p:bldP spid="111" grpId="0" animBg="1"/>
      <p:bldP spid="189" grpId="0" animBg="1"/>
      <p:bldP spid="19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9DAC3-1704-B5E1-F3C7-D05F062BE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AD559A8-B2C2-FF4E-91BE-C757334EB84B}"/>
              </a:ext>
            </a:extLst>
          </p:cNvPr>
          <p:cNvSpPr/>
          <p:nvPr/>
        </p:nvSpPr>
        <p:spPr bwMode="auto">
          <a:xfrm>
            <a:off x="1601266" y="2279714"/>
            <a:ext cx="3168000" cy="316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7A011A9-9541-6C1E-63A3-2F07685EEEBA}"/>
              </a:ext>
            </a:extLst>
          </p:cNvPr>
          <p:cNvSpPr/>
          <p:nvPr/>
        </p:nvSpPr>
        <p:spPr bwMode="auto">
          <a:xfrm>
            <a:off x="1753666" y="2432115"/>
            <a:ext cx="2880000" cy="28732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3A2D55-5DE8-145A-7E32-29A30E15F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37" y="452252"/>
            <a:ext cx="16073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Padding</a:t>
            </a:r>
            <a:endParaRPr kumimoji="0" lang="zh-TW" altLang="en-US" sz="2800" dirty="0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42F3FA15-72E4-50AF-3029-AAA1C0B49261}"/>
              </a:ext>
            </a:extLst>
          </p:cNvPr>
          <p:cNvGrpSpPr/>
          <p:nvPr/>
        </p:nvGrpSpPr>
        <p:grpSpPr>
          <a:xfrm>
            <a:off x="1745715" y="2425364"/>
            <a:ext cx="2880268" cy="2880000"/>
            <a:chOff x="741809" y="3228544"/>
            <a:chExt cx="2880268" cy="2880000"/>
          </a:xfrm>
        </p:grpSpPr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8275315F-218C-FF0B-480E-0C57CB26B5BF}"/>
                </a:ext>
              </a:extLst>
            </p:cNvPr>
            <p:cNvGrpSpPr/>
            <p:nvPr/>
          </p:nvGrpSpPr>
          <p:grpSpPr>
            <a:xfrm>
              <a:off x="741809" y="3228544"/>
              <a:ext cx="2880000" cy="2880000"/>
              <a:chOff x="741809" y="3228544"/>
              <a:chExt cx="2880000" cy="2880000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D67A3D7-DFF8-2615-B15F-EB5524A8FF69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7" name="直線接點 6">
                <a:extLst>
                  <a:ext uri="{FF2B5EF4-FFF2-40B4-BE49-F238E27FC236}">
                    <a16:creationId xmlns:a16="http://schemas.microsoft.com/office/drawing/2014/main" id="{E1B75118-C7ED-6B0C-36EB-884B5578B920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" name="直線接點 7">
                <a:extLst>
                  <a:ext uri="{FF2B5EF4-FFF2-40B4-BE49-F238E27FC236}">
                    <a16:creationId xmlns:a16="http://schemas.microsoft.com/office/drawing/2014/main" id="{01DDDD16-FAB6-A81F-FB7C-52CA84C31DF9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" name="直線接點 8">
                <a:extLst>
                  <a:ext uri="{FF2B5EF4-FFF2-40B4-BE49-F238E27FC236}">
                    <a16:creationId xmlns:a16="http://schemas.microsoft.com/office/drawing/2014/main" id="{2ED34490-C58C-9C83-B90F-67ACE6F3BE96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47787679-1C31-0A86-8720-4CDECBF2C0B0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436C891F-843B-D18A-9AA4-28F6114518E5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DAD9AB3B-4B4F-A072-DD34-F98FD1058DA3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A27562CF-8426-5F9C-6C10-D47658DE14B0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14E55DAD-4453-EA06-5EC7-3A4BB855E92F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直線接點 14">
                <a:extLst>
                  <a:ext uri="{FF2B5EF4-FFF2-40B4-BE49-F238E27FC236}">
                    <a16:creationId xmlns:a16="http://schemas.microsoft.com/office/drawing/2014/main" id="{8A23A521-4BDF-9825-D428-EB85FA87A175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20551219-9FAE-DA34-98DE-582E039C3D0C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800194BE-959D-0269-CADB-3C1FA2B0F3B6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E14AE2E3-4362-43B0-8034-2BCD6D463428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直線接點 18">
                <a:extLst>
                  <a:ext uri="{FF2B5EF4-FFF2-40B4-BE49-F238E27FC236}">
                    <a16:creationId xmlns:a16="http://schemas.microsoft.com/office/drawing/2014/main" id="{A820967C-E08B-81B3-BA8A-90B61BAC5E6D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" name="直線接點 19">
                <a:extLst>
                  <a:ext uri="{FF2B5EF4-FFF2-40B4-BE49-F238E27FC236}">
                    <a16:creationId xmlns:a16="http://schemas.microsoft.com/office/drawing/2014/main" id="{B2001F35-DF3A-17B2-4026-22BD38544313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直線接點 20">
                <a:extLst>
                  <a:ext uri="{FF2B5EF4-FFF2-40B4-BE49-F238E27FC236}">
                    <a16:creationId xmlns:a16="http://schemas.microsoft.com/office/drawing/2014/main" id="{030ECE10-0520-5D29-DDD5-3FB92745CC92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" name="直線接點 21">
                <a:extLst>
                  <a:ext uri="{FF2B5EF4-FFF2-40B4-BE49-F238E27FC236}">
                    <a16:creationId xmlns:a16="http://schemas.microsoft.com/office/drawing/2014/main" id="{F86D5CEF-AE50-4FBA-28A2-EAE338E3BC5B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線接點 22">
                <a:extLst>
                  <a:ext uri="{FF2B5EF4-FFF2-40B4-BE49-F238E27FC236}">
                    <a16:creationId xmlns:a16="http://schemas.microsoft.com/office/drawing/2014/main" id="{F4328A2C-2DCD-CD99-88A2-8F61F4DF2BB9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09033605-E138-1EC0-2954-FAC997055C96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直線接點 24">
                <a:extLst>
                  <a:ext uri="{FF2B5EF4-FFF2-40B4-BE49-F238E27FC236}">
                    <a16:creationId xmlns:a16="http://schemas.microsoft.com/office/drawing/2014/main" id="{E7148519-FA99-2E34-A0A7-18D8A9A97596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D40649F0-24ED-DCF5-E8A3-7DBB9FB066C4}"/>
                </a:ext>
              </a:extLst>
            </p:cNvPr>
            <p:cNvGrpSpPr/>
            <p:nvPr/>
          </p:nvGrpSpPr>
          <p:grpSpPr>
            <a:xfrm rot="5400000">
              <a:off x="742077" y="3228544"/>
              <a:ext cx="2880000" cy="2880000"/>
              <a:chOff x="741809" y="3228544"/>
              <a:chExt cx="2880000" cy="2880000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BF490EA8-0C05-B57E-3D02-DE00F235E7FC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3EE8824D-4F1E-6850-E41D-7B418B21C272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直線接點 29">
                <a:extLst>
                  <a:ext uri="{FF2B5EF4-FFF2-40B4-BE49-F238E27FC236}">
                    <a16:creationId xmlns:a16="http://schemas.microsoft.com/office/drawing/2014/main" id="{95664995-08B4-2582-8CAD-1FA77D081942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3A79ABA3-669E-588D-F832-34124CF6109E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CEE6B805-70FC-5800-3E12-4AF283880705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2649B5A0-7B6F-9FDE-9B62-72F220EC8D5A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63AF147A-7DD9-34A0-6358-EB9D4170FAEE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直線接點 34">
                <a:extLst>
                  <a:ext uri="{FF2B5EF4-FFF2-40B4-BE49-F238E27FC236}">
                    <a16:creationId xmlns:a16="http://schemas.microsoft.com/office/drawing/2014/main" id="{1AE2AB75-F35E-7368-F254-8983B58B45FE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0328AF6D-AAC9-95B1-A2A6-A0083D3B0BB3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72A82F1C-B6D5-AAA1-BF48-8B7E9303F9C5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直線接點 37">
                <a:extLst>
                  <a:ext uri="{FF2B5EF4-FFF2-40B4-BE49-F238E27FC236}">
                    <a16:creationId xmlns:a16="http://schemas.microsoft.com/office/drawing/2014/main" id="{758B02CE-48C8-4B3F-EF39-586E9097E175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直線接點 38">
                <a:extLst>
                  <a:ext uri="{FF2B5EF4-FFF2-40B4-BE49-F238E27FC236}">
                    <a16:creationId xmlns:a16="http://schemas.microsoft.com/office/drawing/2014/main" id="{6D17CACB-15A0-565A-F564-5EFCA79C78E2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3F9DC87D-5062-5324-3CE6-F85D9C781A09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直線接點 40">
                <a:extLst>
                  <a:ext uri="{FF2B5EF4-FFF2-40B4-BE49-F238E27FC236}">
                    <a16:creationId xmlns:a16="http://schemas.microsoft.com/office/drawing/2014/main" id="{E697586A-7983-35E0-FED8-D7DD96CBCBFD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7EA67291-64E5-E252-4CF4-26564B46857D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6230391D-B5D3-84BD-FF6A-032D567179DD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直線接點 43">
                <a:extLst>
                  <a:ext uri="{FF2B5EF4-FFF2-40B4-BE49-F238E27FC236}">
                    <a16:creationId xmlns:a16="http://schemas.microsoft.com/office/drawing/2014/main" id="{F32561B2-B60F-86BD-617F-F01FEA0D18FA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" name="直線接點 44">
                <a:extLst>
                  <a:ext uri="{FF2B5EF4-FFF2-40B4-BE49-F238E27FC236}">
                    <a16:creationId xmlns:a16="http://schemas.microsoft.com/office/drawing/2014/main" id="{3F30D0CA-F00E-F124-082F-4A4482BAE2B7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直線接點 45">
                <a:extLst>
                  <a:ext uri="{FF2B5EF4-FFF2-40B4-BE49-F238E27FC236}">
                    <a16:creationId xmlns:a16="http://schemas.microsoft.com/office/drawing/2014/main" id="{6F5AD11D-14DC-C614-4D7E-2B92FCA8936D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7" name="直線接點 46">
                <a:extLst>
                  <a:ext uri="{FF2B5EF4-FFF2-40B4-BE49-F238E27FC236}">
                    <a16:creationId xmlns:a16="http://schemas.microsoft.com/office/drawing/2014/main" id="{3521A1EE-CDA2-F9C0-483C-634D6E5EAAAC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5C66D2E0-9A2F-0063-F7EB-1A1BF7483B46}"/>
              </a:ext>
            </a:extLst>
          </p:cNvPr>
          <p:cNvGrpSpPr/>
          <p:nvPr/>
        </p:nvGrpSpPr>
        <p:grpSpPr>
          <a:xfrm>
            <a:off x="7042671" y="2425364"/>
            <a:ext cx="2880268" cy="2880000"/>
            <a:chOff x="741809" y="3228544"/>
            <a:chExt cx="2880268" cy="288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AA622FB3-2FEA-0637-717D-74EFE1B86B70}"/>
                </a:ext>
              </a:extLst>
            </p:cNvPr>
            <p:cNvGrpSpPr/>
            <p:nvPr/>
          </p:nvGrpSpPr>
          <p:grpSpPr>
            <a:xfrm>
              <a:off x="741809" y="3228544"/>
              <a:ext cx="2880000" cy="2880000"/>
              <a:chOff x="741809" y="3228544"/>
              <a:chExt cx="2880000" cy="2880000"/>
            </a:xfrm>
          </p:grpSpPr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2C434C6C-2FE8-BD6E-4145-30F1E514B143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73" name="直線接點 72">
                <a:extLst>
                  <a:ext uri="{FF2B5EF4-FFF2-40B4-BE49-F238E27FC236}">
                    <a16:creationId xmlns:a16="http://schemas.microsoft.com/office/drawing/2014/main" id="{AAC3ED99-1AC6-442A-E863-338A9980DF6B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4" name="直線接點 73">
                <a:extLst>
                  <a:ext uri="{FF2B5EF4-FFF2-40B4-BE49-F238E27FC236}">
                    <a16:creationId xmlns:a16="http://schemas.microsoft.com/office/drawing/2014/main" id="{3443E247-3628-523C-EB53-48B7CADB21C9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5" name="直線接點 74">
                <a:extLst>
                  <a:ext uri="{FF2B5EF4-FFF2-40B4-BE49-F238E27FC236}">
                    <a16:creationId xmlns:a16="http://schemas.microsoft.com/office/drawing/2014/main" id="{E65A6A99-FECA-9B66-482E-07AEB4E84C00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E8C62F81-F7F5-1E1C-E794-213A4536F3B8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B74E905F-B4D4-296A-402D-21AD345EF205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8" name="直線接點 77">
                <a:extLst>
                  <a:ext uri="{FF2B5EF4-FFF2-40B4-BE49-F238E27FC236}">
                    <a16:creationId xmlns:a16="http://schemas.microsoft.com/office/drawing/2014/main" id="{DD9CD95C-B30B-C32D-5B5B-6954781FE66A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BCBAC312-6897-8C15-C0F6-578C1EED1BC1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0" name="直線接點 79">
                <a:extLst>
                  <a:ext uri="{FF2B5EF4-FFF2-40B4-BE49-F238E27FC236}">
                    <a16:creationId xmlns:a16="http://schemas.microsoft.com/office/drawing/2014/main" id="{6A866AE9-66FE-B872-BE21-B253D6DC382B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F451AD8A-DFCB-D7BE-1462-10D3C2D12E7B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713E5D35-A6FC-9EBE-1C85-B2FCEF1C983B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3" name="直線接點 82">
                <a:extLst>
                  <a:ext uri="{FF2B5EF4-FFF2-40B4-BE49-F238E27FC236}">
                    <a16:creationId xmlns:a16="http://schemas.microsoft.com/office/drawing/2014/main" id="{E865BBA5-82C1-AC44-EDF6-16F9E64B4824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4" name="直線接點 83">
                <a:extLst>
                  <a:ext uri="{FF2B5EF4-FFF2-40B4-BE49-F238E27FC236}">
                    <a16:creationId xmlns:a16="http://schemas.microsoft.com/office/drawing/2014/main" id="{C30C3217-E9EC-48BE-409B-9BF1100A3171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5" name="直線接點 84">
                <a:extLst>
                  <a:ext uri="{FF2B5EF4-FFF2-40B4-BE49-F238E27FC236}">
                    <a16:creationId xmlns:a16="http://schemas.microsoft.com/office/drawing/2014/main" id="{F9B41422-5386-6020-639F-466BD0961D24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6" name="直線接點 85">
                <a:extLst>
                  <a:ext uri="{FF2B5EF4-FFF2-40B4-BE49-F238E27FC236}">
                    <a16:creationId xmlns:a16="http://schemas.microsoft.com/office/drawing/2014/main" id="{CAE47396-AA9B-31BF-77D5-AF96654F76A5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7" name="直線接點 86">
                <a:extLst>
                  <a:ext uri="{FF2B5EF4-FFF2-40B4-BE49-F238E27FC236}">
                    <a16:creationId xmlns:a16="http://schemas.microsoft.com/office/drawing/2014/main" id="{9845B231-889D-2561-A017-4D7AE73A3AE8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8" name="直線接點 87">
                <a:extLst>
                  <a:ext uri="{FF2B5EF4-FFF2-40B4-BE49-F238E27FC236}">
                    <a16:creationId xmlns:a16="http://schemas.microsoft.com/office/drawing/2014/main" id="{67E3BA7D-F0E2-83F0-263D-34529FAD7B7D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9" name="直線接點 88">
                <a:extLst>
                  <a:ext uri="{FF2B5EF4-FFF2-40B4-BE49-F238E27FC236}">
                    <a16:creationId xmlns:a16="http://schemas.microsoft.com/office/drawing/2014/main" id="{33BB2B04-8D7B-CAF1-1013-BBDF185C44F1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0" name="直線接點 89">
                <a:extLst>
                  <a:ext uri="{FF2B5EF4-FFF2-40B4-BE49-F238E27FC236}">
                    <a16:creationId xmlns:a16="http://schemas.microsoft.com/office/drawing/2014/main" id="{A93A1D6D-EAF5-C5A7-B7F5-44F0213D2F4F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1" name="直線接點 90">
                <a:extLst>
                  <a:ext uri="{FF2B5EF4-FFF2-40B4-BE49-F238E27FC236}">
                    <a16:creationId xmlns:a16="http://schemas.microsoft.com/office/drawing/2014/main" id="{6160CE71-90F0-D13A-334A-39314D08CA6B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8483DF51-4211-F58D-9B7E-2D755776D188}"/>
                </a:ext>
              </a:extLst>
            </p:cNvPr>
            <p:cNvGrpSpPr/>
            <p:nvPr/>
          </p:nvGrpSpPr>
          <p:grpSpPr>
            <a:xfrm rot="5400000">
              <a:off x="742077" y="3228544"/>
              <a:ext cx="2880000" cy="2880000"/>
              <a:chOff x="741809" y="3228544"/>
              <a:chExt cx="2880000" cy="28800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6E35037A-5247-286E-A747-5F555DEF6C90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E5B08AFF-0DBA-8CAE-F17C-8EA60F60BF19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B57CFC94-35CA-D957-AA15-9DEDD7C6198C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5" name="直線接點 54">
                <a:extLst>
                  <a:ext uri="{FF2B5EF4-FFF2-40B4-BE49-F238E27FC236}">
                    <a16:creationId xmlns:a16="http://schemas.microsoft.com/office/drawing/2014/main" id="{BF5E19E8-5C25-CF75-D581-919A265341F8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6E20326A-96E4-0806-2A4F-C9BB94E5697F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7" name="直線接點 56">
                <a:extLst>
                  <a:ext uri="{FF2B5EF4-FFF2-40B4-BE49-F238E27FC236}">
                    <a16:creationId xmlns:a16="http://schemas.microsoft.com/office/drawing/2014/main" id="{B94B607C-A826-3B3C-5235-DFA836129E19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" name="直線接點 57">
                <a:extLst>
                  <a:ext uri="{FF2B5EF4-FFF2-40B4-BE49-F238E27FC236}">
                    <a16:creationId xmlns:a16="http://schemas.microsoft.com/office/drawing/2014/main" id="{A8334196-7FC7-EAD8-98AF-D29C9E912A9F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" name="直線接點 58">
                <a:extLst>
                  <a:ext uri="{FF2B5EF4-FFF2-40B4-BE49-F238E27FC236}">
                    <a16:creationId xmlns:a16="http://schemas.microsoft.com/office/drawing/2014/main" id="{348C42D9-D9EC-DBD0-F129-198A08B9EC30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" name="直線接點 59">
                <a:extLst>
                  <a:ext uri="{FF2B5EF4-FFF2-40B4-BE49-F238E27FC236}">
                    <a16:creationId xmlns:a16="http://schemas.microsoft.com/office/drawing/2014/main" id="{FD6A2A67-C7E3-F707-01C5-EC88EDA361A0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" name="直線接點 60">
                <a:extLst>
                  <a:ext uri="{FF2B5EF4-FFF2-40B4-BE49-F238E27FC236}">
                    <a16:creationId xmlns:a16="http://schemas.microsoft.com/office/drawing/2014/main" id="{3F1FFBF8-EEED-88A2-FE3F-D53811D89B5F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" name="直線接點 61">
                <a:extLst>
                  <a:ext uri="{FF2B5EF4-FFF2-40B4-BE49-F238E27FC236}">
                    <a16:creationId xmlns:a16="http://schemas.microsoft.com/office/drawing/2014/main" id="{DA560A3E-903C-D490-E617-9C6839ED6760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" name="直線接點 62">
                <a:extLst>
                  <a:ext uri="{FF2B5EF4-FFF2-40B4-BE49-F238E27FC236}">
                    <a16:creationId xmlns:a16="http://schemas.microsoft.com/office/drawing/2014/main" id="{B82B6B3F-E332-F72E-B035-0E6603880600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4" name="直線接點 63">
                <a:extLst>
                  <a:ext uri="{FF2B5EF4-FFF2-40B4-BE49-F238E27FC236}">
                    <a16:creationId xmlns:a16="http://schemas.microsoft.com/office/drawing/2014/main" id="{9D76D5BD-7798-8F85-C75D-45C97A6BE8F6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5" name="直線接點 64">
                <a:extLst>
                  <a:ext uri="{FF2B5EF4-FFF2-40B4-BE49-F238E27FC236}">
                    <a16:creationId xmlns:a16="http://schemas.microsoft.com/office/drawing/2014/main" id="{669BB1CA-D5AF-0A5D-2A87-ABFB8C81EE36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" name="直線接點 65">
                <a:extLst>
                  <a:ext uri="{FF2B5EF4-FFF2-40B4-BE49-F238E27FC236}">
                    <a16:creationId xmlns:a16="http://schemas.microsoft.com/office/drawing/2014/main" id="{A94442F5-1239-D209-009A-B166E1515908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D640D6EE-B7A7-1802-8BC3-7F9A0BD0D739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8" name="直線接點 67">
                <a:extLst>
                  <a:ext uri="{FF2B5EF4-FFF2-40B4-BE49-F238E27FC236}">
                    <a16:creationId xmlns:a16="http://schemas.microsoft.com/office/drawing/2014/main" id="{8E30D46E-D273-1119-E718-AD907BC7FEF3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9" name="直線接點 68">
                <a:extLst>
                  <a:ext uri="{FF2B5EF4-FFF2-40B4-BE49-F238E27FC236}">
                    <a16:creationId xmlns:a16="http://schemas.microsoft.com/office/drawing/2014/main" id="{CAC19654-8E6C-2E3C-E5B2-3E4655EB05C0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4CCE6CC2-F299-DEAD-F493-152A72C40934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D9A99E77-F646-E556-6C71-1995BD8AAC89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106" name="矩形 105">
            <a:extLst>
              <a:ext uri="{FF2B5EF4-FFF2-40B4-BE49-F238E27FC236}">
                <a16:creationId xmlns:a16="http://schemas.microsoft.com/office/drawing/2014/main" id="{C984901D-33E2-8DF8-7A6C-4FC15B1E80FC}"/>
              </a:ext>
            </a:extLst>
          </p:cNvPr>
          <p:cNvSpPr/>
          <p:nvPr/>
        </p:nvSpPr>
        <p:spPr bwMode="auto">
          <a:xfrm>
            <a:off x="7041359" y="2427800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36010529-A556-82FB-2717-9F063CA58C65}"/>
              </a:ext>
            </a:extLst>
          </p:cNvPr>
          <p:cNvSpPr/>
          <p:nvPr/>
        </p:nvSpPr>
        <p:spPr>
          <a:xfrm>
            <a:off x="1984642" y="1567387"/>
            <a:ext cx="81465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TW" i="1" dirty="0">
                <a:latin typeface="+mn-ea"/>
                <a:cs typeface="Arial" charset="0"/>
              </a:rPr>
              <a:t>f </a:t>
            </a:r>
            <a:r>
              <a:rPr kumimoji="0" lang="en-US" altLang="zh-TW" dirty="0">
                <a:latin typeface="+mn-ea"/>
                <a:cs typeface="Arial" charset="0"/>
              </a:rPr>
              <a:t>(</a:t>
            </a:r>
            <a:r>
              <a:rPr kumimoji="0" lang="en-US" altLang="zh-TW" i="1" dirty="0">
                <a:latin typeface="+mn-ea"/>
                <a:cs typeface="Arial" charset="0"/>
              </a:rPr>
              <a:t>x</a:t>
            </a:r>
            <a:r>
              <a:rPr kumimoji="0" lang="en-US" altLang="zh-TW" dirty="0">
                <a:latin typeface="+mn-ea"/>
                <a:cs typeface="Arial" charset="0"/>
              </a:rPr>
              <a:t>, </a:t>
            </a:r>
            <a:r>
              <a:rPr kumimoji="0" lang="en-US" altLang="zh-TW" i="1" dirty="0">
                <a:latin typeface="+mn-ea"/>
                <a:cs typeface="Arial" charset="0"/>
              </a:rPr>
              <a:t>y</a:t>
            </a:r>
            <a:r>
              <a:rPr kumimoji="0" lang="en-US" altLang="zh-TW" dirty="0">
                <a:latin typeface="+mn-ea"/>
                <a:cs typeface="Arial" charset="0"/>
              </a:rPr>
              <a:t>): </a:t>
            </a: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input image                              </a:t>
            </a:r>
            <a:r>
              <a:rPr kumimoji="0" lang="en-US" altLang="zh-TW" i="1" dirty="0">
                <a:latin typeface="+mn-ea"/>
                <a:cs typeface="Arial" charset="0"/>
              </a:rPr>
              <a:t>g </a:t>
            </a:r>
            <a:r>
              <a:rPr kumimoji="0" lang="en-US" altLang="zh-TW" dirty="0">
                <a:latin typeface="+mn-ea"/>
                <a:cs typeface="Arial" charset="0"/>
              </a:rPr>
              <a:t>(</a:t>
            </a:r>
            <a:r>
              <a:rPr kumimoji="0" lang="en-US" altLang="zh-TW" i="1" dirty="0">
                <a:latin typeface="+mn-ea"/>
                <a:cs typeface="Arial" charset="0"/>
              </a:rPr>
              <a:t>x, y</a:t>
            </a:r>
            <a:r>
              <a:rPr kumimoji="0" lang="en-US" altLang="zh-TW" dirty="0">
                <a:latin typeface="+mn-ea"/>
                <a:cs typeface="Arial" charset="0"/>
              </a:rPr>
              <a:t>): </a:t>
            </a: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output image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03D9D9F7-73A3-F23C-CD37-A6D0BB42DAE7}"/>
              </a:ext>
            </a:extLst>
          </p:cNvPr>
          <p:cNvSpPr/>
          <p:nvPr/>
        </p:nvSpPr>
        <p:spPr>
          <a:xfrm>
            <a:off x="4920815" y="653858"/>
            <a:ext cx="15552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TW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</a:t>
            </a:r>
            <a:r>
              <a:rPr kumimoji="0"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×</a:t>
            </a:r>
            <a:r>
              <a:rPr kumimoji="0" lang="en-US" altLang="zh-TW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 mask</a:t>
            </a:r>
            <a:endParaRPr lang="zh-TW" altLang="en-US" dirty="0"/>
          </a:p>
        </p:txBody>
      </p:sp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EAFA2F11-4634-4FF9-4FA1-EBE6A6D8D86A}"/>
              </a:ext>
            </a:extLst>
          </p:cNvPr>
          <p:cNvGrpSpPr/>
          <p:nvPr/>
        </p:nvGrpSpPr>
        <p:grpSpPr>
          <a:xfrm>
            <a:off x="1600622" y="2279714"/>
            <a:ext cx="439954" cy="436619"/>
            <a:chOff x="1784692" y="1782269"/>
            <a:chExt cx="439954" cy="436619"/>
          </a:xfrm>
        </p:grpSpPr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28C8B980-31A8-97DC-5A1F-5F2A763EB777}"/>
                </a:ext>
              </a:extLst>
            </p:cNvPr>
            <p:cNvGrpSpPr/>
            <p:nvPr/>
          </p:nvGrpSpPr>
          <p:grpSpPr>
            <a:xfrm>
              <a:off x="1784692" y="1782269"/>
              <a:ext cx="439954" cy="436619"/>
              <a:chOff x="2785299" y="1876933"/>
              <a:chExt cx="439954" cy="436619"/>
            </a:xfrm>
            <a:noFill/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2CC0483-7B70-6D10-EA3C-D4A8E54D5B2D}"/>
                  </a:ext>
                </a:extLst>
              </p:cNvPr>
              <p:cNvSpPr/>
              <p:nvPr/>
            </p:nvSpPr>
            <p:spPr bwMode="auto">
              <a:xfrm>
                <a:off x="2785299" y="1876933"/>
                <a:ext cx="432000" cy="432000"/>
              </a:xfrm>
              <a:prstGeom prst="rect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93" name="直線接點 92">
                <a:extLst>
                  <a:ext uri="{FF2B5EF4-FFF2-40B4-BE49-F238E27FC236}">
                    <a16:creationId xmlns:a16="http://schemas.microsoft.com/office/drawing/2014/main" id="{08604B27-E4B3-35FF-2E1D-1D3F3AE45590}"/>
                  </a:ext>
                </a:extLst>
              </p:cNvPr>
              <p:cNvCxnSpPr/>
              <p:nvPr/>
            </p:nvCxnSpPr>
            <p:spPr bwMode="auto">
              <a:xfrm>
                <a:off x="2921505" y="1876933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4" name="直線接點 93">
                <a:extLst>
                  <a:ext uri="{FF2B5EF4-FFF2-40B4-BE49-F238E27FC236}">
                    <a16:creationId xmlns:a16="http://schemas.microsoft.com/office/drawing/2014/main" id="{E3CF600F-17F7-329C-2618-886E74B48D4C}"/>
                  </a:ext>
                </a:extLst>
              </p:cNvPr>
              <p:cNvCxnSpPr/>
              <p:nvPr/>
            </p:nvCxnSpPr>
            <p:spPr bwMode="auto">
              <a:xfrm>
                <a:off x="3064669" y="1881552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" name="直線接點 94">
                <a:extLst>
                  <a:ext uri="{FF2B5EF4-FFF2-40B4-BE49-F238E27FC236}">
                    <a16:creationId xmlns:a16="http://schemas.microsoft.com/office/drawing/2014/main" id="{B7328A5B-2CBC-54F0-6A89-D48FB72D901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3009253" y="1936973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6" name="直線接點 95">
                <a:extLst>
                  <a:ext uri="{FF2B5EF4-FFF2-40B4-BE49-F238E27FC236}">
                    <a16:creationId xmlns:a16="http://schemas.microsoft.com/office/drawing/2014/main" id="{D9A929B6-5F6A-C9EB-6A4F-549751FFB06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3001299" y="1803042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DACFA177-F5DC-BDF9-8BD8-1671978C7219}"/>
                </a:ext>
              </a:extLst>
            </p:cNvPr>
            <p:cNvSpPr/>
            <p:nvPr/>
          </p:nvSpPr>
          <p:spPr bwMode="auto">
            <a:xfrm>
              <a:off x="1925321" y="1925323"/>
              <a:ext cx="144000" cy="144000"/>
            </a:xfrm>
            <a:prstGeom prst="rect">
              <a:avLst/>
            </a:prstGeom>
            <a:solidFill>
              <a:srgbClr val="FF00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</p:grpSp>
      <p:sp>
        <p:nvSpPr>
          <p:cNvPr id="143" name="矩形 142">
            <a:extLst>
              <a:ext uri="{FF2B5EF4-FFF2-40B4-BE49-F238E27FC236}">
                <a16:creationId xmlns:a16="http://schemas.microsoft.com/office/drawing/2014/main" id="{358EE120-0E82-B338-8CD4-AD6BA91DECB4}"/>
              </a:ext>
            </a:extLst>
          </p:cNvPr>
          <p:cNvSpPr/>
          <p:nvPr/>
        </p:nvSpPr>
        <p:spPr>
          <a:xfrm>
            <a:off x="2114853" y="5829153"/>
            <a:ext cx="21576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TW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image padding = 1</a:t>
            </a:r>
            <a:endParaRPr kumimoji="0" lang="en-US" altLang="zh-TW" sz="18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D9E81154-6D07-2073-B4F6-0BCDEBA3B479}"/>
              </a:ext>
            </a:extLst>
          </p:cNvPr>
          <p:cNvGrpSpPr/>
          <p:nvPr/>
        </p:nvGrpSpPr>
        <p:grpSpPr>
          <a:xfrm>
            <a:off x="6763301" y="693185"/>
            <a:ext cx="439954" cy="436619"/>
            <a:chOff x="2785299" y="1876933"/>
            <a:chExt cx="439954" cy="436619"/>
          </a:xfrm>
          <a:noFill/>
        </p:grpSpPr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E43D68C7-5A97-76B2-4E70-E49A4380D0FF}"/>
                </a:ext>
              </a:extLst>
            </p:cNvPr>
            <p:cNvSpPr/>
            <p:nvPr/>
          </p:nvSpPr>
          <p:spPr bwMode="auto">
            <a:xfrm>
              <a:off x="2785299" y="1876933"/>
              <a:ext cx="432000" cy="432000"/>
            </a:xfrm>
            <a:prstGeom prst="rect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55" name="直線接點 154">
              <a:extLst>
                <a:ext uri="{FF2B5EF4-FFF2-40B4-BE49-F238E27FC236}">
                  <a16:creationId xmlns:a16="http://schemas.microsoft.com/office/drawing/2014/main" id="{6FBCA428-E15F-A907-C20C-0F3CA073A878}"/>
                </a:ext>
              </a:extLst>
            </p:cNvPr>
            <p:cNvCxnSpPr/>
            <p:nvPr/>
          </p:nvCxnSpPr>
          <p:spPr bwMode="auto">
            <a:xfrm>
              <a:off x="2921505" y="1876933"/>
              <a:ext cx="0" cy="432000"/>
            </a:xfrm>
            <a:prstGeom prst="line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直線接點 155">
              <a:extLst>
                <a:ext uri="{FF2B5EF4-FFF2-40B4-BE49-F238E27FC236}">
                  <a16:creationId xmlns:a16="http://schemas.microsoft.com/office/drawing/2014/main" id="{68E3E9B8-BDDC-8440-8927-8B257CE1F16D}"/>
                </a:ext>
              </a:extLst>
            </p:cNvPr>
            <p:cNvCxnSpPr/>
            <p:nvPr/>
          </p:nvCxnSpPr>
          <p:spPr bwMode="auto">
            <a:xfrm>
              <a:off x="3064669" y="1881552"/>
              <a:ext cx="0" cy="432000"/>
            </a:xfrm>
            <a:prstGeom prst="line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線接點 156">
              <a:extLst>
                <a:ext uri="{FF2B5EF4-FFF2-40B4-BE49-F238E27FC236}">
                  <a16:creationId xmlns:a16="http://schemas.microsoft.com/office/drawing/2014/main" id="{532BCE11-0754-BF05-9D73-2C0D84C51283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3009253" y="1936973"/>
              <a:ext cx="0" cy="432000"/>
            </a:xfrm>
            <a:prstGeom prst="line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線接點 157">
              <a:extLst>
                <a:ext uri="{FF2B5EF4-FFF2-40B4-BE49-F238E27FC236}">
                  <a16:creationId xmlns:a16="http://schemas.microsoft.com/office/drawing/2014/main" id="{0886A81D-0FDD-65DE-15C9-5F966801CEFA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3001299" y="1803042"/>
              <a:ext cx="0" cy="432000"/>
            </a:xfrm>
            <a:prstGeom prst="line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53" name="矩形 152">
            <a:extLst>
              <a:ext uri="{FF2B5EF4-FFF2-40B4-BE49-F238E27FC236}">
                <a16:creationId xmlns:a16="http://schemas.microsoft.com/office/drawing/2014/main" id="{1543734C-E646-9147-D11B-A6FED3113ED0}"/>
              </a:ext>
            </a:extLst>
          </p:cNvPr>
          <p:cNvSpPr/>
          <p:nvPr/>
        </p:nvSpPr>
        <p:spPr bwMode="auto">
          <a:xfrm>
            <a:off x="6903930" y="836239"/>
            <a:ext cx="144000" cy="1440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55E4B0-F6F6-A177-DE09-747D905A5BBC}"/>
              </a:ext>
            </a:extLst>
          </p:cNvPr>
          <p:cNvSpPr/>
          <p:nvPr/>
        </p:nvSpPr>
        <p:spPr>
          <a:xfrm>
            <a:off x="5094876" y="3302659"/>
            <a:ext cx="17009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0"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transformation function </a:t>
            </a:r>
            <a:r>
              <a:rPr kumimoji="0" lang="en-US" altLang="zh-TW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1600" dirty="0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3D153C67-4787-F292-C271-3A6074CFFDAE}"/>
              </a:ext>
            </a:extLst>
          </p:cNvPr>
          <p:cNvSpPr/>
          <p:nvPr/>
        </p:nvSpPr>
        <p:spPr bwMode="auto">
          <a:xfrm>
            <a:off x="7184234" y="2427800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grpSp>
        <p:nvGrpSpPr>
          <p:cNvPr id="165" name="群組 164">
            <a:extLst>
              <a:ext uri="{FF2B5EF4-FFF2-40B4-BE49-F238E27FC236}">
                <a16:creationId xmlns:a16="http://schemas.microsoft.com/office/drawing/2014/main" id="{E7724B38-AED3-EEF9-E062-ECC9F64DB84F}"/>
              </a:ext>
            </a:extLst>
          </p:cNvPr>
          <p:cNvGrpSpPr/>
          <p:nvPr/>
        </p:nvGrpSpPr>
        <p:grpSpPr>
          <a:xfrm>
            <a:off x="1744205" y="2279714"/>
            <a:ext cx="439954" cy="436619"/>
            <a:chOff x="1784692" y="1782269"/>
            <a:chExt cx="439954" cy="436619"/>
          </a:xfrm>
        </p:grpSpPr>
        <p:grpSp>
          <p:nvGrpSpPr>
            <p:cNvPr id="166" name="群組 165">
              <a:extLst>
                <a:ext uri="{FF2B5EF4-FFF2-40B4-BE49-F238E27FC236}">
                  <a16:creationId xmlns:a16="http://schemas.microsoft.com/office/drawing/2014/main" id="{C5565CD7-6010-CFE6-9C4D-76F6FF6690A3}"/>
                </a:ext>
              </a:extLst>
            </p:cNvPr>
            <p:cNvGrpSpPr/>
            <p:nvPr/>
          </p:nvGrpSpPr>
          <p:grpSpPr>
            <a:xfrm>
              <a:off x="1784692" y="1782269"/>
              <a:ext cx="439954" cy="436619"/>
              <a:chOff x="2785299" y="1876933"/>
              <a:chExt cx="439954" cy="436619"/>
            </a:xfrm>
            <a:noFill/>
          </p:grpSpPr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F4FB90F7-8151-09CF-7B5A-64410A0EBCA9}"/>
                  </a:ext>
                </a:extLst>
              </p:cNvPr>
              <p:cNvSpPr/>
              <p:nvPr/>
            </p:nvSpPr>
            <p:spPr bwMode="auto">
              <a:xfrm>
                <a:off x="2785299" y="1876933"/>
                <a:ext cx="432000" cy="432000"/>
              </a:xfrm>
              <a:prstGeom prst="rect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169" name="直線接點 168">
                <a:extLst>
                  <a:ext uri="{FF2B5EF4-FFF2-40B4-BE49-F238E27FC236}">
                    <a16:creationId xmlns:a16="http://schemas.microsoft.com/office/drawing/2014/main" id="{66A1B6B6-A258-C9D1-969F-E587D9C5C658}"/>
                  </a:ext>
                </a:extLst>
              </p:cNvPr>
              <p:cNvCxnSpPr/>
              <p:nvPr/>
            </p:nvCxnSpPr>
            <p:spPr bwMode="auto">
              <a:xfrm>
                <a:off x="2921505" y="1876933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0" name="直線接點 169">
                <a:extLst>
                  <a:ext uri="{FF2B5EF4-FFF2-40B4-BE49-F238E27FC236}">
                    <a16:creationId xmlns:a16="http://schemas.microsoft.com/office/drawing/2014/main" id="{16BEB676-D6D1-9C56-CBE9-C26E714EB63E}"/>
                  </a:ext>
                </a:extLst>
              </p:cNvPr>
              <p:cNvCxnSpPr/>
              <p:nvPr/>
            </p:nvCxnSpPr>
            <p:spPr bwMode="auto">
              <a:xfrm>
                <a:off x="3064669" y="1881552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1" name="直線接點 170">
                <a:extLst>
                  <a:ext uri="{FF2B5EF4-FFF2-40B4-BE49-F238E27FC236}">
                    <a16:creationId xmlns:a16="http://schemas.microsoft.com/office/drawing/2014/main" id="{CA5A987E-8B56-A5C1-CB59-4425CE69063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3009253" y="1936973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2" name="直線接點 171">
                <a:extLst>
                  <a:ext uri="{FF2B5EF4-FFF2-40B4-BE49-F238E27FC236}">
                    <a16:creationId xmlns:a16="http://schemas.microsoft.com/office/drawing/2014/main" id="{A33088DA-68A0-67AE-FB33-E1B9FAFA10F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3001299" y="1803042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BF069386-4458-53F2-CCB9-F573E4873976}"/>
                </a:ext>
              </a:extLst>
            </p:cNvPr>
            <p:cNvSpPr/>
            <p:nvPr/>
          </p:nvSpPr>
          <p:spPr bwMode="auto">
            <a:xfrm>
              <a:off x="1925321" y="1925323"/>
              <a:ext cx="144000" cy="144000"/>
            </a:xfrm>
            <a:prstGeom prst="rect">
              <a:avLst/>
            </a:prstGeom>
            <a:solidFill>
              <a:srgbClr val="FF00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</p:grpSp>
      <p:grpSp>
        <p:nvGrpSpPr>
          <p:cNvPr id="181" name="群組 180">
            <a:extLst>
              <a:ext uri="{FF2B5EF4-FFF2-40B4-BE49-F238E27FC236}">
                <a16:creationId xmlns:a16="http://schemas.microsoft.com/office/drawing/2014/main" id="{C45B50CE-87FD-C26E-E0B1-63633015BA65}"/>
              </a:ext>
            </a:extLst>
          </p:cNvPr>
          <p:cNvGrpSpPr/>
          <p:nvPr/>
        </p:nvGrpSpPr>
        <p:grpSpPr>
          <a:xfrm>
            <a:off x="1887788" y="2279714"/>
            <a:ext cx="439954" cy="436619"/>
            <a:chOff x="1784692" y="1782269"/>
            <a:chExt cx="439954" cy="436619"/>
          </a:xfrm>
        </p:grpSpPr>
        <p:grpSp>
          <p:nvGrpSpPr>
            <p:cNvPr id="182" name="群組 181">
              <a:extLst>
                <a:ext uri="{FF2B5EF4-FFF2-40B4-BE49-F238E27FC236}">
                  <a16:creationId xmlns:a16="http://schemas.microsoft.com/office/drawing/2014/main" id="{273A7215-BD57-B833-C9C5-CE28E6FDBE76}"/>
                </a:ext>
              </a:extLst>
            </p:cNvPr>
            <p:cNvGrpSpPr/>
            <p:nvPr/>
          </p:nvGrpSpPr>
          <p:grpSpPr>
            <a:xfrm>
              <a:off x="1784692" y="1782269"/>
              <a:ext cx="439954" cy="436619"/>
              <a:chOff x="2785299" y="1876933"/>
              <a:chExt cx="439954" cy="436619"/>
            </a:xfrm>
            <a:noFill/>
          </p:grpSpPr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2931542B-6DEE-820B-CDEB-DABE0E4F7681}"/>
                  </a:ext>
                </a:extLst>
              </p:cNvPr>
              <p:cNvSpPr/>
              <p:nvPr/>
            </p:nvSpPr>
            <p:spPr bwMode="auto">
              <a:xfrm>
                <a:off x="2785299" y="1876933"/>
                <a:ext cx="432000" cy="432000"/>
              </a:xfrm>
              <a:prstGeom prst="rect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185" name="直線接點 184">
                <a:extLst>
                  <a:ext uri="{FF2B5EF4-FFF2-40B4-BE49-F238E27FC236}">
                    <a16:creationId xmlns:a16="http://schemas.microsoft.com/office/drawing/2014/main" id="{2C48B95B-4BCB-C18D-8B25-6181D56D75A9}"/>
                  </a:ext>
                </a:extLst>
              </p:cNvPr>
              <p:cNvCxnSpPr/>
              <p:nvPr/>
            </p:nvCxnSpPr>
            <p:spPr bwMode="auto">
              <a:xfrm>
                <a:off x="2921505" y="1876933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6" name="直線接點 185">
                <a:extLst>
                  <a:ext uri="{FF2B5EF4-FFF2-40B4-BE49-F238E27FC236}">
                    <a16:creationId xmlns:a16="http://schemas.microsoft.com/office/drawing/2014/main" id="{FB529883-AACB-FE83-6DF1-D90048AFEB1C}"/>
                  </a:ext>
                </a:extLst>
              </p:cNvPr>
              <p:cNvCxnSpPr/>
              <p:nvPr/>
            </p:nvCxnSpPr>
            <p:spPr bwMode="auto">
              <a:xfrm>
                <a:off x="3064669" y="1881552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7" name="直線接點 186">
                <a:extLst>
                  <a:ext uri="{FF2B5EF4-FFF2-40B4-BE49-F238E27FC236}">
                    <a16:creationId xmlns:a16="http://schemas.microsoft.com/office/drawing/2014/main" id="{6A58CDF3-5710-1E83-1432-52894F3BB5C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3009253" y="1936973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8" name="直線接點 187">
                <a:extLst>
                  <a:ext uri="{FF2B5EF4-FFF2-40B4-BE49-F238E27FC236}">
                    <a16:creationId xmlns:a16="http://schemas.microsoft.com/office/drawing/2014/main" id="{72A152AB-6BA7-9C30-A368-E83973BE4CA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3001299" y="1803042"/>
                <a:ext cx="0" cy="432000"/>
              </a:xfrm>
              <a:prstGeom prst="line">
                <a:avLst/>
              </a:prstGeom>
              <a:grpFill/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2BF37034-0570-A3F4-1641-B9478EA99A66}"/>
                </a:ext>
              </a:extLst>
            </p:cNvPr>
            <p:cNvSpPr/>
            <p:nvPr/>
          </p:nvSpPr>
          <p:spPr bwMode="auto">
            <a:xfrm>
              <a:off x="1925321" y="1925323"/>
              <a:ext cx="144000" cy="144000"/>
            </a:xfrm>
            <a:prstGeom prst="rect">
              <a:avLst/>
            </a:prstGeom>
            <a:solidFill>
              <a:srgbClr val="FF00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</p:grpSp>
      <p:sp>
        <p:nvSpPr>
          <p:cNvPr id="189" name="矩形 188">
            <a:extLst>
              <a:ext uri="{FF2B5EF4-FFF2-40B4-BE49-F238E27FC236}">
                <a16:creationId xmlns:a16="http://schemas.microsoft.com/office/drawing/2014/main" id="{ACAE5427-B782-D606-853C-EED9C21D21BF}"/>
              </a:ext>
            </a:extLst>
          </p:cNvPr>
          <p:cNvSpPr/>
          <p:nvPr/>
        </p:nvSpPr>
        <p:spPr bwMode="auto">
          <a:xfrm>
            <a:off x="7327109" y="2427800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59E6074C-1887-3E10-5122-692DC650986D}"/>
              </a:ext>
            </a:extLst>
          </p:cNvPr>
          <p:cNvSpPr txBox="1"/>
          <p:nvPr/>
        </p:nvSpPr>
        <p:spPr>
          <a:xfrm>
            <a:off x="5594794" y="5843951"/>
            <a:ext cx="38946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output size </a:t>
            </a: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  <a:sym typeface="Symbol" panose="05050102010706020507" pitchFamily="18" charset="2"/>
              </a:rPr>
              <a:t>=</a:t>
            </a: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input size</a:t>
            </a:r>
            <a:endParaRPr lang="zh-TW" altLang="en-US" dirty="0"/>
          </a:p>
        </p:txBody>
      </p:sp>
      <p:cxnSp>
        <p:nvCxnSpPr>
          <p:cNvPr id="98" name="直線單箭頭接點 97">
            <a:extLst>
              <a:ext uri="{FF2B5EF4-FFF2-40B4-BE49-F238E27FC236}">
                <a16:creationId xmlns:a16="http://schemas.microsoft.com/office/drawing/2014/main" id="{3F168CCE-0C2B-C506-D193-3CD5F621834D}"/>
              </a:ext>
            </a:extLst>
          </p:cNvPr>
          <p:cNvCxnSpPr/>
          <p:nvPr/>
        </p:nvCxnSpPr>
        <p:spPr bwMode="auto">
          <a:xfrm>
            <a:off x="4895850" y="3894870"/>
            <a:ext cx="209899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22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11" grpId="0" animBg="1"/>
      <p:bldP spid="189" grpId="0" animBg="1"/>
      <p:bldP spid="10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4DECA-8C51-7910-72C7-11B39B977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矩形 203">
            <a:extLst>
              <a:ext uri="{FF2B5EF4-FFF2-40B4-BE49-F238E27FC236}">
                <a16:creationId xmlns:a16="http://schemas.microsoft.com/office/drawing/2014/main" id="{B816C226-1B99-3060-C320-FEC8CCB6A6CE}"/>
              </a:ext>
            </a:extLst>
          </p:cNvPr>
          <p:cNvSpPr/>
          <p:nvPr/>
        </p:nvSpPr>
        <p:spPr bwMode="auto">
          <a:xfrm>
            <a:off x="7041360" y="2439992"/>
            <a:ext cx="2880000" cy="2865371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BCB85A-357D-3102-B96A-10B14EB1D22E}"/>
              </a:ext>
            </a:extLst>
          </p:cNvPr>
          <p:cNvSpPr/>
          <p:nvPr/>
        </p:nvSpPr>
        <p:spPr bwMode="auto">
          <a:xfrm>
            <a:off x="1448866" y="2127314"/>
            <a:ext cx="3456000" cy="345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7F232E1D-373F-ED6B-E9A9-E5CF694C031B}"/>
              </a:ext>
            </a:extLst>
          </p:cNvPr>
          <p:cNvSpPr/>
          <p:nvPr/>
        </p:nvSpPr>
        <p:spPr bwMode="auto">
          <a:xfrm>
            <a:off x="1753666" y="2432115"/>
            <a:ext cx="2880000" cy="28732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D98DDE-182D-F72D-FD4D-6FE3A7DDF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37" y="452252"/>
            <a:ext cx="29394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Padding, Stride</a:t>
            </a:r>
            <a:endParaRPr kumimoji="0" lang="zh-TW" altLang="en-US" sz="2800" dirty="0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962FEE48-1D13-87D3-73AF-549B28684F8C}"/>
              </a:ext>
            </a:extLst>
          </p:cNvPr>
          <p:cNvGrpSpPr/>
          <p:nvPr/>
        </p:nvGrpSpPr>
        <p:grpSpPr>
          <a:xfrm>
            <a:off x="1745715" y="2425364"/>
            <a:ext cx="2880268" cy="2880000"/>
            <a:chOff x="741809" y="3228544"/>
            <a:chExt cx="2880268" cy="2880000"/>
          </a:xfrm>
        </p:grpSpPr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E1EDDAF9-69BD-88EE-3BB4-190404D8D6B8}"/>
                </a:ext>
              </a:extLst>
            </p:cNvPr>
            <p:cNvGrpSpPr/>
            <p:nvPr/>
          </p:nvGrpSpPr>
          <p:grpSpPr>
            <a:xfrm>
              <a:off x="741809" y="3228544"/>
              <a:ext cx="2880000" cy="2880000"/>
              <a:chOff x="741809" y="3228544"/>
              <a:chExt cx="2880000" cy="2880000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B178E67-615C-F461-9835-CA7213A448C2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7" name="直線接點 6">
                <a:extLst>
                  <a:ext uri="{FF2B5EF4-FFF2-40B4-BE49-F238E27FC236}">
                    <a16:creationId xmlns:a16="http://schemas.microsoft.com/office/drawing/2014/main" id="{92BE0FA3-8C00-19E4-4A98-D943328543C0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" name="直線接點 7">
                <a:extLst>
                  <a:ext uri="{FF2B5EF4-FFF2-40B4-BE49-F238E27FC236}">
                    <a16:creationId xmlns:a16="http://schemas.microsoft.com/office/drawing/2014/main" id="{D587722B-D3C9-B3B2-63B4-2922E5D71FFB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" name="直線接點 8">
                <a:extLst>
                  <a:ext uri="{FF2B5EF4-FFF2-40B4-BE49-F238E27FC236}">
                    <a16:creationId xmlns:a16="http://schemas.microsoft.com/office/drawing/2014/main" id="{7DBFADBA-2931-E403-3BA9-17123045951F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4FC41DA7-6F48-CAB3-9E6C-BDFA7E173035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602AE664-E814-7DCA-DB06-E864963CAB45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1D7ED5DD-9616-FD9D-D96B-421984FF427D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8EF34848-AC2B-4268-51ED-C4324DB7A054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D06B11B8-ED6B-39A5-A002-422A84C4607B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直線接點 14">
                <a:extLst>
                  <a:ext uri="{FF2B5EF4-FFF2-40B4-BE49-F238E27FC236}">
                    <a16:creationId xmlns:a16="http://schemas.microsoft.com/office/drawing/2014/main" id="{38CEDD6B-0277-C71E-397E-256E84E5B13F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71D436B9-8B31-820E-386E-1B68D0624942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743C4920-9F13-3746-27B4-18C1BD1BCD70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659F5F2B-B493-965A-9B24-7026FA9DCBAB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直線接點 18">
                <a:extLst>
                  <a:ext uri="{FF2B5EF4-FFF2-40B4-BE49-F238E27FC236}">
                    <a16:creationId xmlns:a16="http://schemas.microsoft.com/office/drawing/2014/main" id="{532F8CC8-B3EB-E91A-CC3C-3027C71840F7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" name="直線接點 19">
                <a:extLst>
                  <a:ext uri="{FF2B5EF4-FFF2-40B4-BE49-F238E27FC236}">
                    <a16:creationId xmlns:a16="http://schemas.microsoft.com/office/drawing/2014/main" id="{3FE1D2C2-AA26-D99D-7AE8-759D602E154C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直線接點 20">
                <a:extLst>
                  <a:ext uri="{FF2B5EF4-FFF2-40B4-BE49-F238E27FC236}">
                    <a16:creationId xmlns:a16="http://schemas.microsoft.com/office/drawing/2014/main" id="{DD1D17B9-A31B-8895-FE30-1135EB6A58B5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" name="直線接點 21">
                <a:extLst>
                  <a:ext uri="{FF2B5EF4-FFF2-40B4-BE49-F238E27FC236}">
                    <a16:creationId xmlns:a16="http://schemas.microsoft.com/office/drawing/2014/main" id="{858B5FBD-32D7-90AB-96D0-2706C5D5E981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線接點 22">
                <a:extLst>
                  <a:ext uri="{FF2B5EF4-FFF2-40B4-BE49-F238E27FC236}">
                    <a16:creationId xmlns:a16="http://schemas.microsoft.com/office/drawing/2014/main" id="{E5BFE7B4-E57D-4320-B8C2-AB4DA47319B3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FD897A33-941E-42DB-31F6-23FDBC812A7A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直線接點 24">
                <a:extLst>
                  <a:ext uri="{FF2B5EF4-FFF2-40B4-BE49-F238E27FC236}">
                    <a16:creationId xmlns:a16="http://schemas.microsoft.com/office/drawing/2014/main" id="{C29F343C-E183-3E17-04A1-4E984EFBE611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B42DE971-3618-0073-3818-043B24B0A8B0}"/>
                </a:ext>
              </a:extLst>
            </p:cNvPr>
            <p:cNvGrpSpPr/>
            <p:nvPr/>
          </p:nvGrpSpPr>
          <p:grpSpPr>
            <a:xfrm rot="5400000">
              <a:off x="742077" y="3228544"/>
              <a:ext cx="2880000" cy="2880000"/>
              <a:chOff x="741809" y="3228544"/>
              <a:chExt cx="2880000" cy="2880000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95BE544-10FC-38A2-30C5-63437CAF88E1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DFAA6CA5-75FA-6A94-2987-E06CEE964C41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直線接點 29">
                <a:extLst>
                  <a:ext uri="{FF2B5EF4-FFF2-40B4-BE49-F238E27FC236}">
                    <a16:creationId xmlns:a16="http://schemas.microsoft.com/office/drawing/2014/main" id="{8C9EC189-F111-590B-B6B1-CEF743F3344F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043083FE-C5BA-BABF-97C7-273824132EAE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F13BDF3E-E6B4-75FD-F701-706219E4230F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BB3821EB-E080-D7AD-2517-FD2934EC589B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56A5A3DF-80D6-3924-FF36-2EA0F6C2FD05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直線接點 34">
                <a:extLst>
                  <a:ext uri="{FF2B5EF4-FFF2-40B4-BE49-F238E27FC236}">
                    <a16:creationId xmlns:a16="http://schemas.microsoft.com/office/drawing/2014/main" id="{B1572ADD-EC4F-8091-12DF-521825911480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FB47575A-0304-5511-550E-F1B39434DDAA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218D63BC-9726-B848-6662-67D0521DAD24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直線接點 37">
                <a:extLst>
                  <a:ext uri="{FF2B5EF4-FFF2-40B4-BE49-F238E27FC236}">
                    <a16:creationId xmlns:a16="http://schemas.microsoft.com/office/drawing/2014/main" id="{299CA831-08A1-9B7A-E5B1-42185CC3B5C8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直線接點 38">
                <a:extLst>
                  <a:ext uri="{FF2B5EF4-FFF2-40B4-BE49-F238E27FC236}">
                    <a16:creationId xmlns:a16="http://schemas.microsoft.com/office/drawing/2014/main" id="{7DD4B2BC-3B29-2906-3577-F6C6C88712F7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02E7AD33-E629-6F50-40AE-186117C43953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直線接點 40">
                <a:extLst>
                  <a:ext uri="{FF2B5EF4-FFF2-40B4-BE49-F238E27FC236}">
                    <a16:creationId xmlns:a16="http://schemas.microsoft.com/office/drawing/2014/main" id="{0DFDBBA8-C629-D854-B8C0-AC90A9D69A5B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3D84C6B1-BEB2-9871-36C2-206A02585A55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9DFB8333-37B2-D8B6-E29E-AF4C5B67E2F2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直線接點 43">
                <a:extLst>
                  <a:ext uri="{FF2B5EF4-FFF2-40B4-BE49-F238E27FC236}">
                    <a16:creationId xmlns:a16="http://schemas.microsoft.com/office/drawing/2014/main" id="{24822F60-33C1-23B1-70CF-8B905DDC4EEF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" name="直線接點 44">
                <a:extLst>
                  <a:ext uri="{FF2B5EF4-FFF2-40B4-BE49-F238E27FC236}">
                    <a16:creationId xmlns:a16="http://schemas.microsoft.com/office/drawing/2014/main" id="{DCF5F098-EF1B-BE86-DDEC-4D60B19801E5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直線接點 45">
                <a:extLst>
                  <a:ext uri="{FF2B5EF4-FFF2-40B4-BE49-F238E27FC236}">
                    <a16:creationId xmlns:a16="http://schemas.microsoft.com/office/drawing/2014/main" id="{67FF2747-814C-8779-5F6A-4103E7BF0FDD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7" name="直線接點 46">
                <a:extLst>
                  <a:ext uri="{FF2B5EF4-FFF2-40B4-BE49-F238E27FC236}">
                    <a16:creationId xmlns:a16="http://schemas.microsoft.com/office/drawing/2014/main" id="{44A73EF2-606E-7DE8-20AA-741E100A1FA3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0EF214AD-FD2A-DE1E-05C3-A80CCE1D0640}"/>
              </a:ext>
            </a:extLst>
          </p:cNvPr>
          <p:cNvGrpSpPr/>
          <p:nvPr/>
        </p:nvGrpSpPr>
        <p:grpSpPr>
          <a:xfrm>
            <a:off x="7042671" y="2425364"/>
            <a:ext cx="2880268" cy="2880000"/>
            <a:chOff x="741809" y="3228544"/>
            <a:chExt cx="2880268" cy="288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6F9684AC-7440-25D1-C529-D6576EF7296C}"/>
                </a:ext>
              </a:extLst>
            </p:cNvPr>
            <p:cNvGrpSpPr/>
            <p:nvPr/>
          </p:nvGrpSpPr>
          <p:grpSpPr>
            <a:xfrm>
              <a:off x="741809" y="3228544"/>
              <a:ext cx="2880000" cy="2880000"/>
              <a:chOff x="741809" y="3228544"/>
              <a:chExt cx="2880000" cy="2880000"/>
            </a:xfrm>
          </p:grpSpPr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67993C8C-CD17-06A4-D041-269F7ADF4AE8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73" name="直線接點 72">
                <a:extLst>
                  <a:ext uri="{FF2B5EF4-FFF2-40B4-BE49-F238E27FC236}">
                    <a16:creationId xmlns:a16="http://schemas.microsoft.com/office/drawing/2014/main" id="{6E0168E0-4131-BFC3-852D-7EACB443E083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4" name="直線接點 73">
                <a:extLst>
                  <a:ext uri="{FF2B5EF4-FFF2-40B4-BE49-F238E27FC236}">
                    <a16:creationId xmlns:a16="http://schemas.microsoft.com/office/drawing/2014/main" id="{E3D84147-006E-F27F-CE04-E59357238CCD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5" name="直線接點 74">
                <a:extLst>
                  <a:ext uri="{FF2B5EF4-FFF2-40B4-BE49-F238E27FC236}">
                    <a16:creationId xmlns:a16="http://schemas.microsoft.com/office/drawing/2014/main" id="{7ECB3317-AB36-44D7-6183-D7C07048A067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0393384E-CFF4-5892-7A9E-52A9203F8D0F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144CC0D7-8B68-F016-0639-DF258DA176C1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8" name="直線接點 77">
                <a:extLst>
                  <a:ext uri="{FF2B5EF4-FFF2-40B4-BE49-F238E27FC236}">
                    <a16:creationId xmlns:a16="http://schemas.microsoft.com/office/drawing/2014/main" id="{004CC30D-F8CE-035F-36F8-F70B6D88C00D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5661944E-B120-11B0-DC89-1020DF6CF867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0" name="直線接點 79">
                <a:extLst>
                  <a:ext uri="{FF2B5EF4-FFF2-40B4-BE49-F238E27FC236}">
                    <a16:creationId xmlns:a16="http://schemas.microsoft.com/office/drawing/2014/main" id="{EAA909FC-85B4-A6F0-1CB2-7ABF2DCCAD95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C7067B58-7655-809D-AC6A-901EDC3B6974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22EE09AB-238A-0480-2017-C76785E96EFB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3" name="直線接點 82">
                <a:extLst>
                  <a:ext uri="{FF2B5EF4-FFF2-40B4-BE49-F238E27FC236}">
                    <a16:creationId xmlns:a16="http://schemas.microsoft.com/office/drawing/2014/main" id="{C07894E4-E646-29A2-CAFC-BB029BAB37CD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4" name="直線接點 83">
                <a:extLst>
                  <a:ext uri="{FF2B5EF4-FFF2-40B4-BE49-F238E27FC236}">
                    <a16:creationId xmlns:a16="http://schemas.microsoft.com/office/drawing/2014/main" id="{F3263059-D1AF-BD03-F95E-F0ABC1DCBF82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5" name="直線接點 84">
                <a:extLst>
                  <a:ext uri="{FF2B5EF4-FFF2-40B4-BE49-F238E27FC236}">
                    <a16:creationId xmlns:a16="http://schemas.microsoft.com/office/drawing/2014/main" id="{9EE91B21-E9BA-3A1A-DB69-210AD330746D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6" name="直線接點 85">
                <a:extLst>
                  <a:ext uri="{FF2B5EF4-FFF2-40B4-BE49-F238E27FC236}">
                    <a16:creationId xmlns:a16="http://schemas.microsoft.com/office/drawing/2014/main" id="{CF03EA17-BA42-5543-6AC2-FCD82C10E62F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7" name="直線接點 86">
                <a:extLst>
                  <a:ext uri="{FF2B5EF4-FFF2-40B4-BE49-F238E27FC236}">
                    <a16:creationId xmlns:a16="http://schemas.microsoft.com/office/drawing/2014/main" id="{CCF0912F-42C3-7198-49FF-ADD5A2E22B5D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8" name="直線接點 87">
                <a:extLst>
                  <a:ext uri="{FF2B5EF4-FFF2-40B4-BE49-F238E27FC236}">
                    <a16:creationId xmlns:a16="http://schemas.microsoft.com/office/drawing/2014/main" id="{62BB8BAB-D337-351A-A31A-6DB75AA55D1A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9" name="直線接點 88">
                <a:extLst>
                  <a:ext uri="{FF2B5EF4-FFF2-40B4-BE49-F238E27FC236}">
                    <a16:creationId xmlns:a16="http://schemas.microsoft.com/office/drawing/2014/main" id="{22AB5538-445F-BB1F-21B4-A8984530C4F6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0" name="直線接點 89">
                <a:extLst>
                  <a:ext uri="{FF2B5EF4-FFF2-40B4-BE49-F238E27FC236}">
                    <a16:creationId xmlns:a16="http://schemas.microsoft.com/office/drawing/2014/main" id="{B9ED5E25-E983-B83E-AA4C-8C838378D610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1" name="直線接點 90">
                <a:extLst>
                  <a:ext uri="{FF2B5EF4-FFF2-40B4-BE49-F238E27FC236}">
                    <a16:creationId xmlns:a16="http://schemas.microsoft.com/office/drawing/2014/main" id="{8BBEF058-986B-BC79-DC33-E8F5BCB4ECEF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B394FCD6-D6D6-B495-58F6-92B12D829513}"/>
                </a:ext>
              </a:extLst>
            </p:cNvPr>
            <p:cNvGrpSpPr/>
            <p:nvPr/>
          </p:nvGrpSpPr>
          <p:grpSpPr>
            <a:xfrm rot="5400000">
              <a:off x="742077" y="3228544"/>
              <a:ext cx="2880000" cy="2880000"/>
              <a:chOff x="741809" y="3228544"/>
              <a:chExt cx="2880000" cy="28800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B65AC74C-34D9-8616-03A5-8FD943DCF067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EF4796D8-6DEC-A822-4A30-7BFAD463513E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EC2A8718-3983-9F4B-32B4-AB3425CB6B06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5" name="直線接點 54">
                <a:extLst>
                  <a:ext uri="{FF2B5EF4-FFF2-40B4-BE49-F238E27FC236}">
                    <a16:creationId xmlns:a16="http://schemas.microsoft.com/office/drawing/2014/main" id="{C5A33888-A88E-BB41-5D3B-C12F17D0FCBB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E0ECD3B9-5C69-E11D-5B1B-2C6A664FC309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7" name="直線接點 56">
                <a:extLst>
                  <a:ext uri="{FF2B5EF4-FFF2-40B4-BE49-F238E27FC236}">
                    <a16:creationId xmlns:a16="http://schemas.microsoft.com/office/drawing/2014/main" id="{C5B625C7-79B7-AA4C-8052-EBE7CAD690D3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" name="直線接點 57">
                <a:extLst>
                  <a:ext uri="{FF2B5EF4-FFF2-40B4-BE49-F238E27FC236}">
                    <a16:creationId xmlns:a16="http://schemas.microsoft.com/office/drawing/2014/main" id="{0115B3FE-98F5-3E31-21BF-DB2DD680CBDF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" name="直線接點 58">
                <a:extLst>
                  <a:ext uri="{FF2B5EF4-FFF2-40B4-BE49-F238E27FC236}">
                    <a16:creationId xmlns:a16="http://schemas.microsoft.com/office/drawing/2014/main" id="{F1153680-61EC-3DD1-68DA-DE77DF66687D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" name="直線接點 59">
                <a:extLst>
                  <a:ext uri="{FF2B5EF4-FFF2-40B4-BE49-F238E27FC236}">
                    <a16:creationId xmlns:a16="http://schemas.microsoft.com/office/drawing/2014/main" id="{186881BB-4AB2-2218-F707-ACFA99C041DC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" name="直線接點 60">
                <a:extLst>
                  <a:ext uri="{FF2B5EF4-FFF2-40B4-BE49-F238E27FC236}">
                    <a16:creationId xmlns:a16="http://schemas.microsoft.com/office/drawing/2014/main" id="{E5E698A4-2C4B-F480-3279-F1850A942CDD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" name="直線接點 61">
                <a:extLst>
                  <a:ext uri="{FF2B5EF4-FFF2-40B4-BE49-F238E27FC236}">
                    <a16:creationId xmlns:a16="http://schemas.microsoft.com/office/drawing/2014/main" id="{AC3D312B-D0C7-B57C-8E9C-E7AAC9A48C87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" name="直線接點 62">
                <a:extLst>
                  <a:ext uri="{FF2B5EF4-FFF2-40B4-BE49-F238E27FC236}">
                    <a16:creationId xmlns:a16="http://schemas.microsoft.com/office/drawing/2014/main" id="{D4518F93-6E35-4F79-1148-F5E49DD2FC8B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4" name="直線接點 63">
                <a:extLst>
                  <a:ext uri="{FF2B5EF4-FFF2-40B4-BE49-F238E27FC236}">
                    <a16:creationId xmlns:a16="http://schemas.microsoft.com/office/drawing/2014/main" id="{13468469-65FA-B5B1-885F-B13249F08CC7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5" name="直線接點 64">
                <a:extLst>
                  <a:ext uri="{FF2B5EF4-FFF2-40B4-BE49-F238E27FC236}">
                    <a16:creationId xmlns:a16="http://schemas.microsoft.com/office/drawing/2014/main" id="{FD320871-D241-864F-DFB4-0932274C0611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" name="直線接點 65">
                <a:extLst>
                  <a:ext uri="{FF2B5EF4-FFF2-40B4-BE49-F238E27FC236}">
                    <a16:creationId xmlns:a16="http://schemas.microsoft.com/office/drawing/2014/main" id="{8C66B97A-5936-B5E2-F729-3FB3D8B3CA31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5DDC7EF2-664A-1A8C-9657-160525B08E3C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8" name="直線接點 67">
                <a:extLst>
                  <a:ext uri="{FF2B5EF4-FFF2-40B4-BE49-F238E27FC236}">
                    <a16:creationId xmlns:a16="http://schemas.microsoft.com/office/drawing/2014/main" id="{5136CFBC-27C2-29DD-79AF-D691D308FFFF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9" name="直線接點 68">
                <a:extLst>
                  <a:ext uri="{FF2B5EF4-FFF2-40B4-BE49-F238E27FC236}">
                    <a16:creationId xmlns:a16="http://schemas.microsoft.com/office/drawing/2014/main" id="{B8CAE967-D203-6DC4-0572-B67FD94E0B4B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226FA11B-947D-38A3-2F78-FE27C9DC53F4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5286048B-C878-8C1C-FA85-56984F81D376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106" name="矩形 105">
            <a:extLst>
              <a:ext uri="{FF2B5EF4-FFF2-40B4-BE49-F238E27FC236}">
                <a16:creationId xmlns:a16="http://schemas.microsoft.com/office/drawing/2014/main" id="{32629094-1386-63F3-3014-A7694FB25300}"/>
              </a:ext>
            </a:extLst>
          </p:cNvPr>
          <p:cNvSpPr/>
          <p:nvPr/>
        </p:nvSpPr>
        <p:spPr bwMode="auto">
          <a:xfrm>
            <a:off x="7041359" y="2427800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14A050BF-A7FE-D88D-6DF7-915AF1BDA47D}"/>
              </a:ext>
            </a:extLst>
          </p:cNvPr>
          <p:cNvSpPr/>
          <p:nvPr/>
        </p:nvSpPr>
        <p:spPr>
          <a:xfrm>
            <a:off x="1984642" y="1567387"/>
            <a:ext cx="81465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TW" i="1" dirty="0">
                <a:latin typeface="+mn-ea"/>
                <a:cs typeface="Arial" charset="0"/>
              </a:rPr>
              <a:t>f </a:t>
            </a:r>
            <a:r>
              <a:rPr kumimoji="0" lang="en-US" altLang="zh-TW" dirty="0">
                <a:latin typeface="+mn-ea"/>
                <a:cs typeface="Arial" charset="0"/>
              </a:rPr>
              <a:t>(</a:t>
            </a:r>
            <a:r>
              <a:rPr kumimoji="0" lang="en-US" altLang="zh-TW" i="1" dirty="0">
                <a:latin typeface="+mn-ea"/>
                <a:cs typeface="Arial" charset="0"/>
              </a:rPr>
              <a:t>x</a:t>
            </a:r>
            <a:r>
              <a:rPr kumimoji="0" lang="en-US" altLang="zh-TW" dirty="0">
                <a:latin typeface="+mn-ea"/>
                <a:cs typeface="Arial" charset="0"/>
              </a:rPr>
              <a:t>, </a:t>
            </a:r>
            <a:r>
              <a:rPr kumimoji="0" lang="en-US" altLang="zh-TW" i="1" dirty="0">
                <a:latin typeface="+mn-ea"/>
                <a:cs typeface="Arial" charset="0"/>
              </a:rPr>
              <a:t>y</a:t>
            </a:r>
            <a:r>
              <a:rPr kumimoji="0" lang="en-US" altLang="zh-TW" dirty="0">
                <a:latin typeface="+mn-ea"/>
                <a:cs typeface="Arial" charset="0"/>
              </a:rPr>
              <a:t>): </a:t>
            </a: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input image                              </a:t>
            </a:r>
            <a:r>
              <a:rPr kumimoji="0" lang="en-US" altLang="zh-TW" i="1" dirty="0">
                <a:latin typeface="+mn-ea"/>
                <a:cs typeface="Arial" charset="0"/>
              </a:rPr>
              <a:t>g </a:t>
            </a:r>
            <a:r>
              <a:rPr kumimoji="0" lang="en-US" altLang="zh-TW" dirty="0">
                <a:latin typeface="+mn-ea"/>
                <a:cs typeface="Arial" charset="0"/>
              </a:rPr>
              <a:t>(</a:t>
            </a:r>
            <a:r>
              <a:rPr kumimoji="0" lang="en-US" altLang="zh-TW" i="1" dirty="0">
                <a:latin typeface="+mn-ea"/>
                <a:cs typeface="Arial" charset="0"/>
              </a:rPr>
              <a:t>x, y</a:t>
            </a:r>
            <a:r>
              <a:rPr kumimoji="0" lang="en-US" altLang="zh-TW" dirty="0">
                <a:latin typeface="+mn-ea"/>
                <a:cs typeface="Arial" charset="0"/>
              </a:rPr>
              <a:t>): </a:t>
            </a: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output image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0926EF92-0FC7-A209-72CE-0835B1E72F5E}"/>
              </a:ext>
            </a:extLst>
          </p:cNvPr>
          <p:cNvSpPr/>
          <p:nvPr/>
        </p:nvSpPr>
        <p:spPr>
          <a:xfrm>
            <a:off x="4920815" y="653858"/>
            <a:ext cx="15552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TW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5</a:t>
            </a:r>
            <a:r>
              <a:rPr kumimoji="0"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×</a:t>
            </a:r>
            <a:r>
              <a:rPr kumimoji="0" lang="en-US" altLang="zh-TW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5 mask</a:t>
            </a:r>
            <a:endParaRPr lang="zh-TW" altLang="en-US" dirty="0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AEACDD32-BAF2-DA2D-7D6F-87CE82CD0F77}"/>
              </a:ext>
            </a:extLst>
          </p:cNvPr>
          <p:cNvSpPr/>
          <p:nvPr/>
        </p:nvSpPr>
        <p:spPr>
          <a:xfrm>
            <a:off x="2114853" y="5829153"/>
            <a:ext cx="21576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TW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image padding = 2</a:t>
            </a:r>
            <a:endParaRPr kumimoji="0" lang="en-US" altLang="zh-TW" sz="18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95471E-BE53-E8FE-5B28-CA657004DCE5}"/>
              </a:ext>
            </a:extLst>
          </p:cNvPr>
          <p:cNvSpPr/>
          <p:nvPr/>
        </p:nvSpPr>
        <p:spPr>
          <a:xfrm>
            <a:off x="5047231" y="3329402"/>
            <a:ext cx="17009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0"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transformation function </a:t>
            </a:r>
            <a:r>
              <a:rPr kumimoji="0" lang="en-US" altLang="zh-TW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1600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672EED5B-B0C1-64A6-16C5-11EF4E2A4FE3}"/>
              </a:ext>
            </a:extLst>
          </p:cNvPr>
          <p:cNvSpPr/>
          <p:nvPr/>
        </p:nvSpPr>
        <p:spPr>
          <a:xfrm>
            <a:off x="5426026" y="5848056"/>
            <a:ext cx="17295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TW" sz="28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stride = 1</a:t>
            </a:r>
          </a:p>
        </p:txBody>
      </p: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03979C95-F9BF-3704-0585-C354209FEE46}"/>
              </a:ext>
            </a:extLst>
          </p:cNvPr>
          <p:cNvGrpSpPr/>
          <p:nvPr/>
        </p:nvGrpSpPr>
        <p:grpSpPr>
          <a:xfrm>
            <a:off x="1457937" y="2130441"/>
            <a:ext cx="720000" cy="720000"/>
            <a:chOff x="6763301" y="693185"/>
            <a:chExt cx="720000" cy="720000"/>
          </a:xfrm>
        </p:grpSpPr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F05909DE-37C5-2E57-3003-6C1EEB56534E}"/>
                </a:ext>
              </a:extLst>
            </p:cNvPr>
            <p:cNvSpPr/>
            <p:nvPr/>
          </p:nvSpPr>
          <p:spPr bwMode="auto">
            <a:xfrm>
              <a:off x="6763301" y="693185"/>
              <a:ext cx="720000" cy="720000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56" name="直線接點 155">
              <a:extLst>
                <a:ext uri="{FF2B5EF4-FFF2-40B4-BE49-F238E27FC236}">
                  <a16:creationId xmlns:a16="http://schemas.microsoft.com/office/drawing/2014/main" id="{3DC445DD-A83A-7427-78A6-1E643590CFD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53104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線接點 156">
              <a:extLst>
                <a:ext uri="{FF2B5EF4-FFF2-40B4-BE49-F238E27FC236}">
                  <a16:creationId xmlns:a16="http://schemas.microsoft.com/office/drawing/2014/main" id="{50BFAFAE-EEB6-E924-180C-89E9BFF739B1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619174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線接點 157">
              <a:extLst>
                <a:ext uri="{FF2B5EF4-FFF2-40B4-BE49-F238E27FC236}">
                  <a16:creationId xmlns:a16="http://schemas.microsoft.com/office/drawing/2014/main" id="{80385F04-A320-2045-6502-8B2E2ABD6562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47686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8D99791C-4A84-0264-FB65-D18D2E5E4AC6}"/>
                </a:ext>
              </a:extLst>
            </p:cNvPr>
            <p:cNvSpPr/>
            <p:nvPr/>
          </p:nvSpPr>
          <p:spPr bwMode="auto">
            <a:xfrm>
              <a:off x="7043684" y="980632"/>
              <a:ext cx="144000" cy="144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99" name="直線接點 98">
              <a:extLst>
                <a:ext uri="{FF2B5EF4-FFF2-40B4-BE49-F238E27FC236}">
                  <a16:creationId xmlns:a16="http://schemas.microsoft.com/office/drawing/2014/main" id="{E7E10383-C876-B431-3DB9-A63BF7B00738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903792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線接點 99">
              <a:extLst>
                <a:ext uri="{FF2B5EF4-FFF2-40B4-BE49-F238E27FC236}">
                  <a16:creationId xmlns:a16="http://schemas.microsoft.com/office/drawing/2014/main" id="{8BBF0384-FFE1-D8C0-1FA0-FB335B1F020C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761483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線接點 100">
              <a:extLst>
                <a:ext uri="{FF2B5EF4-FFF2-40B4-BE49-F238E27FC236}">
                  <a16:creationId xmlns:a16="http://schemas.microsoft.com/office/drawing/2014/main" id="{62BFB428-3C41-56D5-A65C-C2DC7DC72C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9474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線接點 101">
              <a:extLst>
                <a:ext uri="{FF2B5EF4-FFF2-40B4-BE49-F238E27FC236}">
                  <a16:creationId xmlns:a16="http://schemas.microsoft.com/office/drawing/2014/main" id="{5A3D9158-32B1-8C07-A01B-7A8E076B67D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36393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線接點 102">
              <a:extLst>
                <a:ext uri="{FF2B5EF4-FFF2-40B4-BE49-F238E27FC236}">
                  <a16:creationId xmlns:a16="http://schemas.microsoft.com/office/drawing/2014/main" id="{47CC73DC-5A58-592A-424C-044CBF2F3A1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145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584EA022-ED58-F875-E4B6-49563BA96683}"/>
              </a:ext>
            </a:extLst>
          </p:cNvPr>
          <p:cNvGrpSpPr/>
          <p:nvPr/>
        </p:nvGrpSpPr>
        <p:grpSpPr>
          <a:xfrm>
            <a:off x="1600812" y="2130441"/>
            <a:ext cx="720000" cy="720000"/>
            <a:chOff x="6763301" y="693185"/>
            <a:chExt cx="720000" cy="720000"/>
          </a:xfrm>
        </p:grpSpPr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911FC0D5-B174-4508-FFBB-5BF40603620C}"/>
                </a:ext>
              </a:extLst>
            </p:cNvPr>
            <p:cNvSpPr/>
            <p:nvPr/>
          </p:nvSpPr>
          <p:spPr bwMode="auto">
            <a:xfrm>
              <a:off x="6763301" y="693185"/>
              <a:ext cx="720000" cy="720000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46" name="直線接點 145">
              <a:extLst>
                <a:ext uri="{FF2B5EF4-FFF2-40B4-BE49-F238E27FC236}">
                  <a16:creationId xmlns:a16="http://schemas.microsoft.com/office/drawing/2014/main" id="{AFF22826-4209-3E2E-1FE3-B31B3881087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53104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直線接點 146">
              <a:extLst>
                <a:ext uri="{FF2B5EF4-FFF2-40B4-BE49-F238E27FC236}">
                  <a16:creationId xmlns:a16="http://schemas.microsoft.com/office/drawing/2014/main" id="{4D3EDD00-9176-CAC8-4E96-355F912186B4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619174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線接點 147">
              <a:extLst>
                <a:ext uri="{FF2B5EF4-FFF2-40B4-BE49-F238E27FC236}">
                  <a16:creationId xmlns:a16="http://schemas.microsoft.com/office/drawing/2014/main" id="{FA6147CB-0BBA-89DC-6A07-C1F35208D1B6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47686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AC13895D-CDCD-EB1B-4710-2263902118F7}"/>
                </a:ext>
              </a:extLst>
            </p:cNvPr>
            <p:cNvSpPr/>
            <p:nvPr/>
          </p:nvSpPr>
          <p:spPr bwMode="auto">
            <a:xfrm>
              <a:off x="7043684" y="980632"/>
              <a:ext cx="144000" cy="144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51" name="直線接點 150">
              <a:extLst>
                <a:ext uri="{FF2B5EF4-FFF2-40B4-BE49-F238E27FC236}">
                  <a16:creationId xmlns:a16="http://schemas.microsoft.com/office/drawing/2014/main" id="{09680D81-09C3-16E6-3884-61634147D52E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903792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線接點 158">
              <a:extLst>
                <a:ext uri="{FF2B5EF4-FFF2-40B4-BE49-F238E27FC236}">
                  <a16:creationId xmlns:a16="http://schemas.microsoft.com/office/drawing/2014/main" id="{2AACFCA9-111B-60F0-B968-38A36211A814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761483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線接點 159">
              <a:extLst>
                <a:ext uri="{FF2B5EF4-FFF2-40B4-BE49-F238E27FC236}">
                  <a16:creationId xmlns:a16="http://schemas.microsoft.com/office/drawing/2014/main" id="{FA7F4E58-0529-D21F-32F8-7B626835E17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9474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直線接點 160">
              <a:extLst>
                <a:ext uri="{FF2B5EF4-FFF2-40B4-BE49-F238E27FC236}">
                  <a16:creationId xmlns:a16="http://schemas.microsoft.com/office/drawing/2014/main" id="{D3B1BB59-B558-A9A6-2B23-192C52A9425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36393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直線接點 161">
              <a:extLst>
                <a:ext uri="{FF2B5EF4-FFF2-40B4-BE49-F238E27FC236}">
                  <a16:creationId xmlns:a16="http://schemas.microsoft.com/office/drawing/2014/main" id="{528086AF-872A-FDB6-8136-6ABF966F81B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145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3" name="矩形 162">
            <a:extLst>
              <a:ext uri="{FF2B5EF4-FFF2-40B4-BE49-F238E27FC236}">
                <a16:creationId xmlns:a16="http://schemas.microsoft.com/office/drawing/2014/main" id="{83EBC961-8DEB-5C6E-FE3D-00A6A1599DC4}"/>
              </a:ext>
            </a:extLst>
          </p:cNvPr>
          <p:cNvSpPr/>
          <p:nvPr/>
        </p:nvSpPr>
        <p:spPr bwMode="auto">
          <a:xfrm>
            <a:off x="7184234" y="2427800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grpSp>
        <p:nvGrpSpPr>
          <p:cNvPr id="164" name="群組 163">
            <a:extLst>
              <a:ext uri="{FF2B5EF4-FFF2-40B4-BE49-F238E27FC236}">
                <a16:creationId xmlns:a16="http://schemas.microsoft.com/office/drawing/2014/main" id="{D6D70FA2-320A-B12D-4055-F745CA2CB06A}"/>
              </a:ext>
            </a:extLst>
          </p:cNvPr>
          <p:cNvGrpSpPr/>
          <p:nvPr/>
        </p:nvGrpSpPr>
        <p:grpSpPr>
          <a:xfrm>
            <a:off x="1743687" y="2130441"/>
            <a:ext cx="720000" cy="720000"/>
            <a:chOff x="6763301" y="693185"/>
            <a:chExt cx="720000" cy="720000"/>
          </a:xfrm>
        </p:grpSpPr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D39350C7-D93C-8900-62A5-2FA4C1A826DA}"/>
                </a:ext>
              </a:extLst>
            </p:cNvPr>
            <p:cNvSpPr/>
            <p:nvPr/>
          </p:nvSpPr>
          <p:spPr bwMode="auto">
            <a:xfrm>
              <a:off x="6763301" y="693185"/>
              <a:ext cx="720000" cy="720000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74" name="直線接點 173">
              <a:extLst>
                <a:ext uri="{FF2B5EF4-FFF2-40B4-BE49-F238E27FC236}">
                  <a16:creationId xmlns:a16="http://schemas.microsoft.com/office/drawing/2014/main" id="{CD3CEB40-5DEC-271B-A4B3-95B4EE098F5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53104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直線接點 174">
              <a:extLst>
                <a:ext uri="{FF2B5EF4-FFF2-40B4-BE49-F238E27FC236}">
                  <a16:creationId xmlns:a16="http://schemas.microsoft.com/office/drawing/2014/main" id="{CBE040B6-9B91-DE44-E326-0E6B04A2DC76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619174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6" name="直線接點 175">
              <a:extLst>
                <a:ext uri="{FF2B5EF4-FFF2-40B4-BE49-F238E27FC236}">
                  <a16:creationId xmlns:a16="http://schemas.microsoft.com/office/drawing/2014/main" id="{19D4F8FB-0208-4B88-1941-6C2AAD3F2B10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47686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78045AB2-114E-55D6-4296-6B8917CB1316}"/>
                </a:ext>
              </a:extLst>
            </p:cNvPr>
            <p:cNvSpPr/>
            <p:nvPr/>
          </p:nvSpPr>
          <p:spPr bwMode="auto">
            <a:xfrm>
              <a:off x="7043684" y="980632"/>
              <a:ext cx="144000" cy="144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78" name="直線接點 177">
              <a:extLst>
                <a:ext uri="{FF2B5EF4-FFF2-40B4-BE49-F238E27FC236}">
                  <a16:creationId xmlns:a16="http://schemas.microsoft.com/office/drawing/2014/main" id="{331257C2-D151-2A5D-5AC5-C137F04E3F88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903792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線接點 178">
              <a:extLst>
                <a:ext uri="{FF2B5EF4-FFF2-40B4-BE49-F238E27FC236}">
                  <a16:creationId xmlns:a16="http://schemas.microsoft.com/office/drawing/2014/main" id="{1DA21B85-14FB-8BEE-52BD-7C19AEB73A81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761483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0" name="直線接點 179">
              <a:extLst>
                <a:ext uri="{FF2B5EF4-FFF2-40B4-BE49-F238E27FC236}">
                  <a16:creationId xmlns:a16="http://schemas.microsoft.com/office/drawing/2014/main" id="{C15075F3-7B65-377F-6D81-C3CA951F8C8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9474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0" name="直線接點 189">
              <a:extLst>
                <a:ext uri="{FF2B5EF4-FFF2-40B4-BE49-F238E27FC236}">
                  <a16:creationId xmlns:a16="http://schemas.microsoft.com/office/drawing/2014/main" id="{F0A3767B-4B69-77E8-E10D-30D7D318402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36393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1" name="直線接點 190">
              <a:extLst>
                <a:ext uri="{FF2B5EF4-FFF2-40B4-BE49-F238E27FC236}">
                  <a16:creationId xmlns:a16="http://schemas.microsoft.com/office/drawing/2014/main" id="{82115B52-38E1-D714-571D-6D86DE0D15D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145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92" name="矩形 191">
            <a:extLst>
              <a:ext uri="{FF2B5EF4-FFF2-40B4-BE49-F238E27FC236}">
                <a16:creationId xmlns:a16="http://schemas.microsoft.com/office/drawing/2014/main" id="{6AFA2995-8054-3A21-F485-BD72FD1247C3}"/>
              </a:ext>
            </a:extLst>
          </p:cNvPr>
          <p:cNvSpPr/>
          <p:nvPr/>
        </p:nvSpPr>
        <p:spPr bwMode="auto">
          <a:xfrm>
            <a:off x="7327109" y="2427800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grpSp>
        <p:nvGrpSpPr>
          <p:cNvPr id="193" name="群組 192">
            <a:extLst>
              <a:ext uri="{FF2B5EF4-FFF2-40B4-BE49-F238E27FC236}">
                <a16:creationId xmlns:a16="http://schemas.microsoft.com/office/drawing/2014/main" id="{A3D22682-8BEE-E584-2ED8-BA81B72DBEAD}"/>
              </a:ext>
            </a:extLst>
          </p:cNvPr>
          <p:cNvGrpSpPr/>
          <p:nvPr/>
        </p:nvGrpSpPr>
        <p:grpSpPr>
          <a:xfrm>
            <a:off x="4189667" y="4880287"/>
            <a:ext cx="720000" cy="720000"/>
            <a:chOff x="6763301" y="693185"/>
            <a:chExt cx="720000" cy="720000"/>
          </a:xfrm>
        </p:grpSpPr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98D5B62C-711C-FDD5-D77B-548E281B75B2}"/>
                </a:ext>
              </a:extLst>
            </p:cNvPr>
            <p:cNvSpPr/>
            <p:nvPr/>
          </p:nvSpPr>
          <p:spPr bwMode="auto">
            <a:xfrm>
              <a:off x="6763301" y="693185"/>
              <a:ext cx="720000" cy="720000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95" name="直線接點 194">
              <a:extLst>
                <a:ext uri="{FF2B5EF4-FFF2-40B4-BE49-F238E27FC236}">
                  <a16:creationId xmlns:a16="http://schemas.microsoft.com/office/drawing/2014/main" id="{5F0BC253-8EDC-AE5B-9839-BA3FD79F250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53104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6" name="直線接點 195">
              <a:extLst>
                <a:ext uri="{FF2B5EF4-FFF2-40B4-BE49-F238E27FC236}">
                  <a16:creationId xmlns:a16="http://schemas.microsoft.com/office/drawing/2014/main" id="{D13D465C-31D4-B1E2-832F-EA9D8FB2E76A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619174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7" name="直線接點 196">
              <a:extLst>
                <a:ext uri="{FF2B5EF4-FFF2-40B4-BE49-F238E27FC236}">
                  <a16:creationId xmlns:a16="http://schemas.microsoft.com/office/drawing/2014/main" id="{BAA054ED-F472-D104-AE74-992C49AA6EE0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47686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BDE88405-1D5E-8064-20BD-73C959304DD4}"/>
                </a:ext>
              </a:extLst>
            </p:cNvPr>
            <p:cNvSpPr/>
            <p:nvPr/>
          </p:nvSpPr>
          <p:spPr bwMode="auto">
            <a:xfrm>
              <a:off x="7043684" y="980632"/>
              <a:ext cx="144000" cy="144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99" name="直線接點 198">
              <a:extLst>
                <a:ext uri="{FF2B5EF4-FFF2-40B4-BE49-F238E27FC236}">
                  <a16:creationId xmlns:a16="http://schemas.microsoft.com/office/drawing/2014/main" id="{4E3318A7-9EEC-A66D-7E98-AE87CA255EDB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903792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0" name="直線接點 199">
              <a:extLst>
                <a:ext uri="{FF2B5EF4-FFF2-40B4-BE49-F238E27FC236}">
                  <a16:creationId xmlns:a16="http://schemas.microsoft.com/office/drawing/2014/main" id="{AFA3717B-3539-05CC-D71E-F7F93732E847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761483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1" name="直線接點 200">
              <a:extLst>
                <a:ext uri="{FF2B5EF4-FFF2-40B4-BE49-F238E27FC236}">
                  <a16:creationId xmlns:a16="http://schemas.microsoft.com/office/drawing/2014/main" id="{2F1C2F6D-2905-E46D-91FC-BFCC69F1CF6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9474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2" name="直線接點 201">
              <a:extLst>
                <a:ext uri="{FF2B5EF4-FFF2-40B4-BE49-F238E27FC236}">
                  <a16:creationId xmlns:a16="http://schemas.microsoft.com/office/drawing/2014/main" id="{A443B098-8828-F9C7-2CAD-2A599486CC3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36393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3" name="直線接點 202">
              <a:extLst>
                <a:ext uri="{FF2B5EF4-FFF2-40B4-BE49-F238E27FC236}">
                  <a16:creationId xmlns:a16="http://schemas.microsoft.com/office/drawing/2014/main" id="{2EB2DE8E-4375-CE06-C016-0728512751C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145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05" name="群組 204">
            <a:extLst>
              <a:ext uri="{FF2B5EF4-FFF2-40B4-BE49-F238E27FC236}">
                <a16:creationId xmlns:a16="http://schemas.microsoft.com/office/drawing/2014/main" id="{AD22022D-47A6-7924-D483-D71623FAF088}"/>
              </a:ext>
            </a:extLst>
          </p:cNvPr>
          <p:cNvGrpSpPr/>
          <p:nvPr/>
        </p:nvGrpSpPr>
        <p:grpSpPr>
          <a:xfrm>
            <a:off x="6534329" y="539332"/>
            <a:ext cx="720000" cy="720000"/>
            <a:chOff x="6763301" y="693185"/>
            <a:chExt cx="720000" cy="720000"/>
          </a:xfrm>
        </p:grpSpPr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833B7C2C-76BC-47DF-9AEA-0F2CB866B99C}"/>
                </a:ext>
              </a:extLst>
            </p:cNvPr>
            <p:cNvSpPr/>
            <p:nvPr/>
          </p:nvSpPr>
          <p:spPr bwMode="auto">
            <a:xfrm>
              <a:off x="6763301" y="693185"/>
              <a:ext cx="720000" cy="720000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207" name="直線接點 206">
              <a:extLst>
                <a:ext uri="{FF2B5EF4-FFF2-40B4-BE49-F238E27FC236}">
                  <a16:creationId xmlns:a16="http://schemas.microsoft.com/office/drawing/2014/main" id="{260F98ED-251F-9B54-54B2-650AB11545A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53104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8" name="直線接點 207">
              <a:extLst>
                <a:ext uri="{FF2B5EF4-FFF2-40B4-BE49-F238E27FC236}">
                  <a16:creationId xmlns:a16="http://schemas.microsoft.com/office/drawing/2014/main" id="{CF437D0C-9248-B0FB-FBF4-0C6A462EFCEF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619174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9" name="直線接點 208">
              <a:extLst>
                <a:ext uri="{FF2B5EF4-FFF2-40B4-BE49-F238E27FC236}">
                  <a16:creationId xmlns:a16="http://schemas.microsoft.com/office/drawing/2014/main" id="{7F42C21B-7C60-7765-2F21-AD1D60398710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47686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719C3A17-110D-7AF0-7D1F-076F1922B555}"/>
                </a:ext>
              </a:extLst>
            </p:cNvPr>
            <p:cNvSpPr/>
            <p:nvPr/>
          </p:nvSpPr>
          <p:spPr bwMode="auto">
            <a:xfrm>
              <a:off x="7043684" y="980632"/>
              <a:ext cx="144000" cy="144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211" name="直線接點 210">
              <a:extLst>
                <a:ext uri="{FF2B5EF4-FFF2-40B4-BE49-F238E27FC236}">
                  <a16:creationId xmlns:a16="http://schemas.microsoft.com/office/drawing/2014/main" id="{CA217FDC-62EA-49BB-9315-31CFF6270F16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903792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2" name="直線接點 211">
              <a:extLst>
                <a:ext uri="{FF2B5EF4-FFF2-40B4-BE49-F238E27FC236}">
                  <a16:creationId xmlns:a16="http://schemas.microsoft.com/office/drawing/2014/main" id="{AEFCA53B-B75B-980A-57BC-02589A7C2BA7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761483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3" name="直線接點 212">
              <a:extLst>
                <a:ext uri="{FF2B5EF4-FFF2-40B4-BE49-F238E27FC236}">
                  <a16:creationId xmlns:a16="http://schemas.microsoft.com/office/drawing/2014/main" id="{5C4308F2-3AE0-EA96-CA7C-AE421E7DB67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9474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4" name="直線接點 213">
              <a:extLst>
                <a:ext uri="{FF2B5EF4-FFF2-40B4-BE49-F238E27FC236}">
                  <a16:creationId xmlns:a16="http://schemas.microsoft.com/office/drawing/2014/main" id="{6DFDD902-2E2B-5C79-83DA-3F07327D6DE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36393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5" name="直線接點 214">
              <a:extLst>
                <a:ext uri="{FF2B5EF4-FFF2-40B4-BE49-F238E27FC236}">
                  <a16:creationId xmlns:a16="http://schemas.microsoft.com/office/drawing/2014/main" id="{515317F5-C541-58B1-235E-B74032306B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145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44607762-1C7E-BC9A-211D-508E4A172940}"/>
              </a:ext>
            </a:extLst>
          </p:cNvPr>
          <p:cNvCxnSpPr/>
          <p:nvPr/>
        </p:nvCxnSpPr>
        <p:spPr bwMode="auto">
          <a:xfrm>
            <a:off x="4895850" y="3894870"/>
            <a:ext cx="209899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29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 animBg="1"/>
      <p:bldP spid="106" grpId="0" animBg="1"/>
      <p:bldP spid="163" grpId="0" animBg="1"/>
      <p:bldP spid="19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49D4C-7F43-34EA-EC34-1E714A1CE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矩形 169">
            <a:extLst>
              <a:ext uri="{FF2B5EF4-FFF2-40B4-BE49-F238E27FC236}">
                <a16:creationId xmlns:a16="http://schemas.microsoft.com/office/drawing/2014/main" id="{ED466685-273B-D40C-626C-ACF9D36E4F4A}"/>
              </a:ext>
            </a:extLst>
          </p:cNvPr>
          <p:cNvSpPr/>
          <p:nvPr/>
        </p:nvSpPr>
        <p:spPr bwMode="auto">
          <a:xfrm>
            <a:off x="7438590" y="2589708"/>
            <a:ext cx="1439999" cy="141375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C47496-9FA1-8BAC-F3FB-8752AEC91CB4}"/>
              </a:ext>
            </a:extLst>
          </p:cNvPr>
          <p:cNvSpPr/>
          <p:nvPr/>
        </p:nvSpPr>
        <p:spPr bwMode="auto">
          <a:xfrm>
            <a:off x="1448866" y="2127314"/>
            <a:ext cx="3528000" cy="352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2D6526D-41D3-7A6D-0AF6-8AE16857BB6B}"/>
              </a:ext>
            </a:extLst>
          </p:cNvPr>
          <p:cNvSpPr/>
          <p:nvPr/>
        </p:nvSpPr>
        <p:spPr bwMode="auto">
          <a:xfrm>
            <a:off x="1753666" y="2432115"/>
            <a:ext cx="2880000" cy="28732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F7AA70-FA93-9A40-F7CC-85FCFA6D6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37" y="452252"/>
            <a:ext cx="126028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Stride</a:t>
            </a:r>
            <a:endParaRPr kumimoji="0" lang="zh-TW" altLang="en-US" sz="2800" dirty="0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F9E52C75-A81C-0A2E-8145-5FAD01EDD127}"/>
              </a:ext>
            </a:extLst>
          </p:cNvPr>
          <p:cNvGrpSpPr/>
          <p:nvPr/>
        </p:nvGrpSpPr>
        <p:grpSpPr>
          <a:xfrm>
            <a:off x="1745715" y="2425364"/>
            <a:ext cx="2880268" cy="2880000"/>
            <a:chOff x="741809" y="3228544"/>
            <a:chExt cx="2880268" cy="2880000"/>
          </a:xfrm>
        </p:grpSpPr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454484B-E407-4559-9447-3B3AD147E01A}"/>
                </a:ext>
              </a:extLst>
            </p:cNvPr>
            <p:cNvGrpSpPr/>
            <p:nvPr/>
          </p:nvGrpSpPr>
          <p:grpSpPr>
            <a:xfrm>
              <a:off x="741809" y="3228544"/>
              <a:ext cx="2880000" cy="2880000"/>
              <a:chOff x="741809" y="3228544"/>
              <a:chExt cx="2880000" cy="2880000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DC784F32-A297-0AF0-7BD4-C8D227D8B5E1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7" name="直線接點 6">
                <a:extLst>
                  <a:ext uri="{FF2B5EF4-FFF2-40B4-BE49-F238E27FC236}">
                    <a16:creationId xmlns:a16="http://schemas.microsoft.com/office/drawing/2014/main" id="{F18BD728-78C8-580D-4201-5552C66411DE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" name="直線接點 7">
                <a:extLst>
                  <a:ext uri="{FF2B5EF4-FFF2-40B4-BE49-F238E27FC236}">
                    <a16:creationId xmlns:a16="http://schemas.microsoft.com/office/drawing/2014/main" id="{47D6E7B3-5586-7ADD-4EE1-AD283DC03D53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" name="直線接點 8">
                <a:extLst>
                  <a:ext uri="{FF2B5EF4-FFF2-40B4-BE49-F238E27FC236}">
                    <a16:creationId xmlns:a16="http://schemas.microsoft.com/office/drawing/2014/main" id="{B713A953-02E2-3513-BE49-323FD1C110CD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3C96119B-BBFB-0D8C-1E8D-661669FAEB3A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FD63E759-7BE3-EC1C-686C-3287EB75D642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61B9B010-E146-6E58-0A93-BCA5BE330F9D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FEA0D18F-F36A-A067-637B-21E879EDEAD9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67F1F4D0-9D9B-64C6-4776-45A34A75098E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直線接點 14">
                <a:extLst>
                  <a:ext uri="{FF2B5EF4-FFF2-40B4-BE49-F238E27FC236}">
                    <a16:creationId xmlns:a16="http://schemas.microsoft.com/office/drawing/2014/main" id="{5DDD066B-FF42-9BDD-1889-74995929CA39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BD4D7E26-4273-A92C-EE96-F879C7AF0C0D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E2065A39-0DB6-1178-37E7-E24B9A19B990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36008C54-3DDA-E58A-A15A-B26D70C6EBAB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直線接點 18">
                <a:extLst>
                  <a:ext uri="{FF2B5EF4-FFF2-40B4-BE49-F238E27FC236}">
                    <a16:creationId xmlns:a16="http://schemas.microsoft.com/office/drawing/2014/main" id="{9A5B3D17-0AB3-36A6-4A2F-92A475193787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" name="直線接點 19">
                <a:extLst>
                  <a:ext uri="{FF2B5EF4-FFF2-40B4-BE49-F238E27FC236}">
                    <a16:creationId xmlns:a16="http://schemas.microsoft.com/office/drawing/2014/main" id="{91781384-5785-10DD-1798-A7A3BAEE8D41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直線接點 20">
                <a:extLst>
                  <a:ext uri="{FF2B5EF4-FFF2-40B4-BE49-F238E27FC236}">
                    <a16:creationId xmlns:a16="http://schemas.microsoft.com/office/drawing/2014/main" id="{D499A913-3344-9330-20D6-40269348EBDE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" name="直線接點 21">
                <a:extLst>
                  <a:ext uri="{FF2B5EF4-FFF2-40B4-BE49-F238E27FC236}">
                    <a16:creationId xmlns:a16="http://schemas.microsoft.com/office/drawing/2014/main" id="{EFF6C51D-35D5-5C2A-AA3D-0BE2791BD9BC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線接點 22">
                <a:extLst>
                  <a:ext uri="{FF2B5EF4-FFF2-40B4-BE49-F238E27FC236}">
                    <a16:creationId xmlns:a16="http://schemas.microsoft.com/office/drawing/2014/main" id="{8908711E-C888-6F5A-49C1-2869FFCF4AE3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96B8DE2E-EE20-5DCF-856F-253888EC4696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直線接點 24">
                <a:extLst>
                  <a:ext uri="{FF2B5EF4-FFF2-40B4-BE49-F238E27FC236}">
                    <a16:creationId xmlns:a16="http://schemas.microsoft.com/office/drawing/2014/main" id="{CCCCAF42-61A5-3025-C6CF-C926691454C9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D3AA1FB1-9927-6067-22D1-AC5FC84070E9}"/>
                </a:ext>
              </a:extLst>
            </p:cNvPr>
            <p:cNvGrpSpPr/>
            <p:nvPr/>
          </p:nvGrpSpPr>
          <p:grpSpPr>
            <a:xfrm rot="5400000">
              <a:off x="742077" y="3228544"/>
              <a:ext cx="2880000" cy="2880000"/>
              <a:chOff x="741809" y="3228544"/>
              <a:chExt cx="2880000" cy="2880000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0195E3E6-201D-8A43-D72C-7EFCCEE54AFA}"/>
                  </a:ext>
                </a:extLst>
              </p:cNvPr>
              <p:cNvSpPr/>
              <p:nvPr/>
            </p:nvSpPr>
            <p:spPr bwMode="auto">
              <a:xfrm>
                <a:off x="741809" y="3228544"/>
                <a:ext cx="2880000" cy="288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51F17F9C-9006-D854-F46F-65ED8D848E6A}"/>
                  </a:ext>
                </a:extLst>
              </p:cNvPr>
              <p:cNvCxnSpPr/>
              <p:nvPr/>
            </p:nvCxnSpPr>
            <p:spPr bwMode="auto">
              <a:xfrm>
                <a:off x="87745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直線接點 29">
                <a:extLst>
                  <a:ext uri="{FF2B5EF4-FFF2-40B4-BE49-F238E27FC236}">
                    <a16:creationId xmlns:a16="http://schemas.microsoft.com/office/drawing/2014/main" id="{21C86E84-B4CB-2F94-1187-84C155C473D3}"/>
                  </a:ext>
                </a:extLst>
              </p:cNvPr>
              <p:cNvCxnSpPr/>
              <p:nvPr/>
            </p:nvCxnSpPr>
            <p:spPr bwMode="auto">
              <a:xfrm>
                <a:off x="102190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540407DA-F09E-9C5B-E1DE-93860020D1A3}"/>
                  </a:ext>
                </a:extLst>
              </p:cNvPr>
              <p:cNvCxnSpPr/>
              <p:nvPr/>
            </p:nvCxnSpPr>
            <p:spPr bwMode="auto">
              <a:xfrm>
                <a:off x="347748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7CE97BCC-F5FD-5172-4C32-318FBC30D9AE}"/>
                  </a:ext>
                </a:extLst>
              </p:cNvPr>
              <p:cNvCxnSpPr/>
              <p:nvPr/>
            </p:nvCxnSpPr>
            <p:spPr bwMode="auto">
              <a:xfrm>
                <a:off x="116634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1859EE2D-B3A7-BB55-1738-7B96163E7C7E}"/>
                  </a:ext>
                </a:extLst>
              </p:cNvPr>
              <p:cNvCxnSpPr/>
              <p:nvPr/>
            </p:nvCxnSpPr>
            <p:spPr bwMode="auto">
              <a:xfrm>
                <a:off x="131079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12EF718F-8E4C-9991-3DEA-BE2892432072}"/>
                  </a:ext>
                </a:extLst>
              </p:cNvPr>
              <p:cNvCxnSpPr/>
              <p:nvPr/>
            </p:nvCxnSpPr>
            <p:spPr bwMode="auto">
              <a:xfrm>
                <a:off x="145523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直線接點 34">
                <a:extLst>
                  <a:ext uri="{FF2B5EF4-FFF2-40B4-BE49-F238E27FC236}">
                    <a16:creationId xmlns:a16="http://schemas.microsoft.com/office/drawing/2014/main" id="{DE0B27AF-1536-1395-C2DC-20B7D7E74C2D}"/>
                  </a:ext>
                </a:extLst>
              </p:cNvPr>
              <p:cNvCxnSpPr/>
              <p:nvPr/>
            </p:nvCxnSpPr>
            <p:spPr bwMode="auto">
              <a:xfrm>
                <a:off x="304414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BFDC89AD-1C1A-80B0-FA99-02D02CC9EFD9}"/>
                  </a:ext>
                </a:extLst>
              </p:cNvPr>
              <p:cNvCxnSpPr/>
              <p:nvPr/>
            </p:nvCxnSpPr>
            <p:spPr bwMode="auto">
              <a:xfrm>
                <a:off x="159968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C0DB2C03-8614-A4E1-7100-D0264FF48DE0}"/>
                  </a:ext>
                </a:extLst>
              </p:cNvPr>
              <p:cNvCxnSpPr/>
              <p:nvPr/>
            </p:nvCxnSpPr>
            <p:spPr bwMode="auto">
              <a:xfrm>
                <a:off x="174413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直線接點 37">
                <a:extLst>
                  <a:ext uri="{FF2B5EF4-FFF2-40B4-BE49-F238E27FC236}">
                    <a16:creationId xmlns:a16="http://schemas.microsoft.com/office/drawing/2014/main" id="{6C65FE5F-58CF-FD1D-6693-F929883C9382}"/>
                  </a:ext>
                </a:extLst>
              </p:cNvPr>
              <p:cNvCxnSpPr/>
              <p:nvPr/>
            </p:nvCxnSpPr>
            <p:spPr bwMode="auto">
              <a:xfrm>
                <a:off x="188857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直線接點 38">
                <a:extLst>
                  <a:ext uri="{FF2B5EF4-FFF2-40B4-BE49-F238E27FC236}">
                    <a16:creationId xmlns:a16="http://schemas.microsoft.com/office/drawing/2014/main" id="{3FF96EA3-73BF-263E-20C6-0A6F4E7EEC6B}"/>
                  </a:ext>
                </a:extLst>
              </p:cNvPr>
              <p:cNvCxnSpPr/>
              <p:nvPr/>
            </p:nvCxnSpPr>
            <p:spPr bwMode="auto">
              <a:xfrm>
                <a:off x="203302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EDD5E4DB-3E61-94DC-46A7-2848D0143D2B}"/>
                  </a:ext>
                </a:extLst>
              </p:cNvPr>
              <p:cNvCxnSpPr/>
              <p:nvPr/>
            </p:nvCxnSpPr>
            <p:spPr bwMode="auto">
              <a:xfrm>
                <a:off x="217746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直線接點 40">
                <a:extLst>
                  <a:ext uri="{FF2B5EF4-FFF2-40B4-BE49-F238E27FC236}">
                    <a16:creationId xmlns:a16="http://schemas.microsoft.com/office/drawing/2014/main" id="{1DE70B5E-E6B8-95E2-DC7C-7B4D914670E6}"/>
                  </a:ext>
                </a:extLst>
              </p:cNvPr>
              <p:cNvCxnSpPr/>
              <p:nvPr/>
            </p:nvCxnSpPr>
            <p:spPr bwMode="auto">
              <a:xfrm>
                <a:off x="2321915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58971A51-434E-DC39-1D8F-B6F216133070}"/>
                  </a:ext>
                </a:extLst>
              </p:cNvPr>
              <p:cNvCxnSpPr/>
              <p:nvPr/>
            </p:nvCxnSpPr>
            <p:spPr bwMode="auto">
              <a:xfrm>
                <a:off x="246636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8F793C44-49C4-4B18-0738-B9B2714F833C}"/>
                  </a:ext>
                </a:extLst>
              </p:cNvPr>
              <p:cNvCxnSpPr/>
              <p:nvPr/>
            </p:nvCxnSpPr>
            <p:spPr bwMode="auto">
              <a:xfrm>
                <a:off x="261080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直線接點 43">
                <a:extLst>
                  <a:ext uri="{FF2B5EF4-FFF2-40B4-BE49-F238E27FC236}">
                    <a16:creationId xmlns:a16="http://schemas.microsoft.com/office/drawing/2014/main" id="{8F7713F8-A9D6-4934-D7E0-65D7F560A0C6}"/>
                  </a:ext>
                </a:extLst>
              </p:cNvPr>
              <p:cNvCxnSpPr/>
              <p:nvPr/>
            </p:nvCxnSpPr>
            <p:spPr bwMode="auto">
              <a:xfrm>
                <a:off x="2755253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" name="直線接點 44">
                <a:extLst>
                  <a:ext uri="{FF2B5EF4-FFF2-40B4-BE49-F238E27FC236}">
                    <a16:creationId xmlns:a16="http://schemas.microsoft.com/office/drawing/2014/main" id="{AA900EAC-CFEE-FBE1-534D-3D415645AC8C}"/>
                  </a:ext>
                </a:extLst>
              </p:cNvPr>
              <p:cNvCxnSpPr/>
              <p:nvPr/>
            </p:nvCxnSpPr>
            <p:spPr bwMode="auto">
              <a:xfrm>
                <a:off x="2899699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直線接點 45">
                <a:extLst>
                  <a:ext uri="{FF2B5EF4-FFF2-40B4-BE49-F238E27FC236}">
                    <a16:creationId xmlns:a16="http://schemas.microsoft.com/office/drawing/2014/main" id="{4BD22241-9FB9-5278-D256-FD30AEBBBD34}"/>
                  </a:ext>
                </a:extLst>
              </p:cNvPr>
              <p:cNvCxnSpPr/>
              <p:nvPr/>
            </p:nvCxnSpPr>
            <p:spPr bwMode="auto">
              <a:xfrm>
                <a:off x="3188591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7" name="直線接點 46">
                <a:extLst>
                  <a:ext uri="{FF2B5EF4-FFF2-40B4-BE49-F238E27FC236}">
                    <a16:creationId xmlns:a16="http://schemas.microsoft.com/office/drawing/2014/main" id="{06C86B35-DB93-F0AE-462C-21CE1B0C1CA9}"/>
                  </a:ext>
                </a:extLst>
              </p:cNvPr>
              <p:cNvCxnSpPr/>
              <p:nvPr/>
            </p:nvCxnSpPr>
            <p:spPr bwMode="auto">
              <a:xfrm>
                <a:off x="3333037" y="3228544"/>
                <a:ext cx="0" cy="288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106" name="矩形 105">
            <a:extLst>
              <a:ext uri="{FF2B5EF4-FFF2-40B4-BE49-F238E27FC236}">
                <a16:creationId xmlns:a16="http://schemas.microsoft.com/office/drawing/2014/main" id="{B21EF040-77C5-4D91-395B-F20EF865362F}"/>
              </a:ext>
            </a:extLst>
          </p:cNvPr>
          <p:cNvSpPr/>
          <p:nvPr/>
        </p:nvSpPr>
        <p:spPr bwMode="auto">
          <a:xfrm>
            <a:off x="7431322" y="2595799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D78FC15-9D16-0E8E-764B-B6167EF2F75D}"/>
              </a:ext>
            </a:extLst>
          </p:cNvPr>
          <p:cNvSpPr/>
          <p:nvPr/>
        </p:nvSpPr>
        <p:spPr>
          <a:xfrm>
            <a:off x="1984642" y="1567387"/>
            <a:ext cx="81465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TW" i="1" dirty="0">
                <a:latin typeface="+mn-ea"/>
                <a:cs typeface="Arial" charset="0"/>
              </a:rPr>
              <a:t>f </a:t>
            </a:r>
            <a:r>
              <a:rPr kumimoji="0" lang="en-US" altLang="zh-TW" dirty="0">
                <a:latin typeface="+mn-ea"/>
                <a:cs typeface="Arial" charset="0"/>
              </a:rPr>
              <a:t>(</a:t>
            </a:r>
            <a:r>
              <a:rPr kumimoji="0" lang="en-US" altLang="zh-TW" i="1" dirty="0">
                <a:latin typeface="+mn-ea"/>
                <a:cs typeface="Arial" charset="0"/>
              </a:rPr>
              <a:t>x</a:t>
            </a:r>
            <a:r>
              <a:rPr kumimoji="0" lang="en-US" altLang="zh-TW" dirty="0">
                <a:latin typeface="+mn-ea"/>
                <a:cs typeface="Arial" charset="0"/>
              </a:rPr>
              <a:t>, </a:t>
            </a:r>
            <a:r>
              <a:rPr kumimoji="0" lang="en-US" altLang="zh-TW" i="1" dirty="0">
                <a:latin typeface="+mn-ea"/>
                <a:cs typeface="Arial" charset="0"/>
              </a:rPr>
              <a:t>y</a:t>
            </a:r>
            <a:r>
              <a:rPr kumimoji="0" lang="en-US" altLang="zh-TW" dirty="0">
                <a:latin typeface="+mn-ea"/>
                <a:cs typeface="Arial" charset="0"/>
              </a:rPr>
              <a:t>): </a:t>
            </a: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input image                              </a:t>
            </a:r>
            <a:r>
              <a:rPr kumimoji="0" lang="en-US" altLang="zh-TW" i="1" dirty="0">
                <a:latin typeface="+mn-ea"/>
                <a:cs typeface="Arial" charset="0"/>
              </a:rPr>
              <a:t>g </a:t>
            </a:r>
            <a:r>
              <a:rPr kumimoji="0" lang="en-US" altLang="zh-TW" dirty="0">
                <a:latin typeface="+mn-ea"/>
                <a:cs typeface="Arial" charset="0"/>
              </a:rPr>
              <a:t>(</a:t>
            </a:r>
            <a:r>
              <a:rPr kumimoji="0" lang="en-US" altLang="zh-TW" i="1" dirty="0">
                <a:latin typeface="+mn-ea"/>
                <a:cs typeface="Arial" charset="0"/>
              </a:rPr>
              <a:t>x, y</a:t>
            </a:r>
            <a:r>
              <a:rPr kumimoji="0" lang="en-US" altLang="zh-TW" dirty="0">
                <a:latin typeface="+mn-ea"/>
                <a:cs typeface="Arial" charset="0"/>
              </a:rPr>
              <a:t>): </a:t>
            </a: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output image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D19B9F5A-0272-6815-E627-1E66B1574C4F}"/>
              </a:ext>
            </a:extLst>
          </p:cNvPr>
          <p:cNvSpPr/>
          <p:nvPr/>
        </p:nvSpPr>
        <p:spPr>
          <a:xfrm>
            <a:off x="4920815" y="653858"/>
            <a:ext cx="15552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TW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5</a:t>
            </a:r>
            <a:r>
              <a:rPr kumimoji="0" lang="en-US" altLang="zh-TW" b="1" dirty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×</a:t>
            </a:r>
            <a:r>
              <a:rPr kumimoji="0" lang="en-US" altLang="zh-TW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5 mask</a:t>
            </a:r>
            <a:endParaRPr lang="zh-TW" altLang="en-US" dirty="0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FC8A4154-B7D7-644D-84F2-BC1D5004D8EE}"/>
              </a:ext>
            </a:extLst>
          </p:cNvPr>
          <p:cNvSpPr/>
          <p:nvPr/>
        </p:nvSpPr>
        <p:spPr>
          <a:xfrm>
            <a:off x="2114853" y="5829153"/>
            <a:ext cx="21576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TW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image padding = 2</a:t>
            </a:r>
            <a:endParaRPr kumimoji="0" lang="en-US" altLang="zh-TW" sz="18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55605D-A741-C386-EB1C-0C8A25ACBA85}"/>
              </a:ext>
            </a:extLst>
          </p:cNvPr>
          <p:cNvSpPr/>
          <p:nvPr/>
        </p:nvSpPr>
        <p:spPr>
          <a:xfrm>
            <a:off x="5306060" y="2787370"/>
            <a:ext cx="17009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0"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transformation function </a:t>
            </a:r>
            <a:r>
              <a:rPr kumimoji="0" lang="en-US" altLang="zh-TW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1600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BC94FDE3-09A1-A0A9-144E-787FF0A6B601}"/>
              </a:ext>
            </a:extLst>
          </p:cNvPr>
          <p:cNvSpPr/>
          <p:nvPr/>
        </p:nvSpPr>
        <p:spPr>
          <a:xfrm>
            <a:off x="5406759" y="4456820"/>
            <a:ext cx="17295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TW" sz="28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stride = 2</a:t>
            </a:r>
          </a:p>
        </p:txBody>
      </p: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8D81C490-638A-FE8D-4C0C-2F54C1596D23}"/>
              </a:ext>
            </a:extLst>
          </p:cNvPr>
          <p:cNvGrpSpPr/>
          <p:nvPr/>
        </p:nvGrpSpPr>
        <p:grpSpPr>
          <a:xfrm>
            <a:off x="1457937" y="2130441"/>
            <a:ext cx="720000" cy="720000"/>
            <a:chOff x="6763301" y="693185"/>
            <a:chExt cx="720000" cy="720000"/>
          </a:xfrm>
        </p:grpSpPr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5572A19D-52AA-2F5E-BE4E-DB856CC9F583}"/>
                </a:ext>
              </a:extLst>
            </p:cNvPr>
            <p:cNvSpPr/>
            <p:nvPr/>
          </p:nvSpPr>
          <p:spPr bwMode="auto">
            <a:xfrm>
              <a:off x="6763301" y="693185"/>
              <a:ext cx="720000" cy="720000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56" name="直線接點 155">
              <a:extLst>
                <a:ext uri="{FF2B5EF4-FFF2-40B4-BE49-F238E27FC236}">
                  <a16:creationId xmlns:a16="http://schemas.microsoft.com/office/drawing/2014/main" id="{8017A9A2-4EBF-D879-9F7B-E185C6D17F2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53104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線接點 156">
              <a:extLst>
                <a:ext uri="{FF2B5EF4-FFF2-40B4-BE49-F238E27FC236}">
                  <a16:creationId xmlns:a16="http://schemas.microsoft.com/office/drawing/2014/main" id="{D3B04BCB-E5C1-2ADD-E29A-5D05AAC3F5B0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619174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線接點 157">
              <a:extLst>
                <a:ext uri="{FF2B5EF4-FFF2-40B4-BE49-F238E27FC236}">
                  <a16:creationId xmlns:a16="http://schemas.microsoft.com/office/drawing/2014/main" id="{61BCD9A4-C59A-A2AD-D30D-4267775F72B8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47686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296DECE7-4F72-CC0F-75CD-A22FC123E3F7}"/>
                </a:ext>
              </a:extLst>
            </p:cNvPr>
            <p:cNvSpPr/>
            <p:nvPr/>
          </p:nvSpPr>
          <p:spPr bwMode="auto">
            <a:xfrm>
              <a:off x="7043684" y="980632"/>
              <a:ext cx="144000" cy="144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99" name="直線接點 98">
              <a:extLst>
                <a:ext uri="{FF2B5EF4-FFF2-40B4-BE49-F238E27FC236}">
                  <a16:creationId xmlns:a16="http://schemas.microsoft.com/office/drawing/2014/main" id="{8C9E9982-CA9F-BD98-5FEC-7F6215D64F0B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903792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線接點 99">
              <a:extLst>
                <a:ext uri="{FF2B5EF4-FFF2-40B4-BE49-F238E27FC236}">
                  <a16:creationId xmlns:a16="http://schemas.microsoft.com/office/drawing/2014/main" id="{E2C7D680-8DB4-A7F8-09B1-013A2DD6CDAA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761483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線接點 100">
              <a:extLst>
                <a:ext uri="{FF2B5EF4-FFF2-40B4-BE49-F238E27FC236}">
                  <a16:creationId xmlns:a16="http://schemas.microsoft.com/office/drawing/2014/main" id="{C4549A38-AC5E-643D-EE44-C634B547E65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9474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線接點 101">
              <a:extLst>
                <a:ext uri="{FF2B5EF4-FFF2-40B4-BE49-F238E27FC236}">
                  <a16:creationId xmlns:a16="http://schemas.microsoft.com/office/drawing/2014/main" id="{229470C9-548D-8643-1A33-5CE1D411BD7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36393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線接點 102">
              <a:extLst>
                <a:ext uri="{FF2B5EF4-FFF2-40B4-BE49-F238E27FC236}">
                  <a16:creationId xmlns:a16="http://schemas.microsoft.com/office/drawing/2014/main" id="{2FC01346-5202-CF16-678C-063FDCD2CEB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145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8A710BDA-D4B7-E6CC-7A23-CAC4C793F8CF}"/>
              </a:ext>
            </a:extLst>
          </p:cNvPr>
          <p:cNvGrpSpPr/>
          <p:nvPr/>
        </p:nvGrpSpPr>
        <p:grpSpPr>
          <a:xfrm>
            <a:off x="1743687" y="2130441"/>
            <a:ext cx="720000" cy="720000"/>
            <a:chOff x="6763301" y="693185"/>
            <a:chExt cx="720000" cy="720000"/>
          </a:xfrm>
        </p:grpSpPr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2CF022BF-D58D-F357-D416-DC2E7E53AECF}"/>
                </a:ext>
              </a:extLst>
            </p:cNvPr>
            <p:cNvSpPr/>
            <p:nvPr/>
          </p:nvSpPr>
          <p:spPr bwMode="auto">
            <a:xfrm>
              <a:off x="6763301" y="693185"/>
              <a:ext cx="720000" cy="720000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46" name="直線接點 145">
              <a:extLst>
                <a:ext uri="{FF2B5EF4-FFF2-40B4-BE49-F238E27FC236}">
                  <a16:creationId xmlns:a16="http://schemas.microsoft.com/office/drawing/2014/main" id="{CA3C4062-B3C8-5BAE-9518-C1684FB739A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53104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直線接點 146">
              <a:extLst>
                <a:ext uri="{FF2B5EF4-FFF2-40B4-BE49-F238E27FC236}">
                  <a16:creationId xmlns:a16="http://schemas.microsoft.com/office/drawing/2014/main" id="{DB9E0693-C8B8-9EB4-9843-0779DC336599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619174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線接點 147">
              <a:extLst>
                <a:ext uri="{FF2B5EF4-FFF2-40B4-BE49-F238E27FC236}">
                  <a16:creationId xmlns:a16="http://schemas.microsoft.com/office/drawing/2014/main" id="{C6361BAC-F64B-0748-86BA-D18A2BF5B950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47686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E1F68C38-AEC4-299C-5759-2E19A7EB7B7B}"/>
                </a:ext>
              </a:extLst>
            </p:cNvPr>
            <p:cNvSpPr/>
            <p:nvPr/>
          </p:nvSpPr>
          <p:spPr bwMode="auto">
            <a:xfrm>
              <a:off x="7043684" y="980632"/>
              <a:ext cx="144000" cy="144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51" name="直線接點 150">
              <a:extLst>
                <a:ext uri="{FF2B5EF4-FFF2-40B4-BE49-F238E27FC236}">
                  <a16:creationId xmlns:a16="http://schemas.microsoft.com/office/drawing/2014/main" id="{9085A5FA-55E4-ED78-B0B5-957C96F76E29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903792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線接點 158">
              <a:extLst>
                <a:ext uri="{FF2B5EF4-FFF2-40B4-BE49-F238E27FC236}">
                  <a16:creationId xmlns:a16="http://schemas.microsoft.com/office/drawing/2014/main" id="{A8022D8D-5985-3388-EFB1-6FBD6D206B2A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761483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線接點 159">
              <a:extLst>
                <a:ext uri="{FF2B5EF4-FFF2-40B4-BE49-F238E27FC236}">
                  <a16:creationId xmlns:a16="http://schemas.microsoft.com/office/drawing/2014/main" id="{6BE68C10-10C2-A3FD-54E1-405D9A46A80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9474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直線接點 160">
              <a:extLst>
                <a:ext uri="{FF2B5EF4-FFF2-40B4-BE49-F238E27FC236}">
                  <a16:creationId xmlns:a16="http://schemas.microsoft.com/office/drawing/2014/main" id="{6A4C011A-D9EC-01C5-675A-E186218E2AD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36393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直線接點 161">
              <a:extLst>
                <a:ext uri="{FF2B5EF4-FFF2-40B4-BE49-F238E27FC236}">
                  <a16:creationId xmlns:a16="http://schemas.microsoft.com/office/drawing/2014/main" id="{5018A631-2E4F-33F2-4E4C-2C1C28BECE6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145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3" name="矩形 162">
            <a:extLst>
              <a:ext uri="{FF2B5EF4-FFF2-40B4-BE49-F238E27FC236}">
                <a16:creationId xmlns:a16="http://schemas.microsoft.com/office/drawing/2014/main" id="{89F83A18-5230-0614-3B28-F0246E73BCB4}"/>
              </a:ext>
            </a:extLst>
          </p:cNvPr>
          <p:cNvSpPr/>
          <p:nvPr/>
        </p:nvSpPr>
        <p:spPr bwMode="auto">
          <a:xfrm>
            <a:off x="7574197" y="2595799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grpSp>
        <p:nvGrpSpPr>
          <p:cNvPr id="164" name="群組 163">
            <a:extLst>
              <a:ext uri="{FF2B5EF4-FFF2-40B4-BE49-F238E27FC236}">
                <a16:creationId xmlns:a16="http://schemas.microsoft.com/office/drawing/2014/main" id="{BEC1AE82-7D78-3CF5-54E8-8F849685E1C5}"/>
              </a:ext>
            </a:extLst>
          </p:cNvPr>
          <p:cNvGrpSpPr/>
          <p:nvPr/>
        </p:nvGrpSpPr>
        <p:grpSpPr>
          <a:xfrm>
            <a:off x="2029437" y="2130441"/>
            <a:ext cx="720000" cy="720000"/>
            <a:chOff x="6763301" y="693185"/>
            <a:chExt cx="720000" cy="720000"/>
          </a:xfrm>
        </p:grpSpPr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6B2E5D2A-2F23-61B9-F13A-07A860DC4E2B}"/>
                </a:ext>
              </a:extLst>
            </p:cNvPr>
            <p:cNvSpPr/>
            <p:nvPr/>
          </p:nvSpPr>
          <p:spPr bwMode="auto">
            <a:xfrm>
              <a:off x="6763301" y="693185"/>
              <a:ext cx="720000" cy="720000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74" name="直線接點 173">
              <a:extLst>
                <a:ext uri="{FF2B5EF4-FFF2-40B4-BE49-F238E27FC236}">
                  <a16:creationId xmlns:a16="http://schemas.microsoft.com/office/drawing/2014/main" id="{BB471E06-1FB8-8121-4647-81655130942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53104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直線接點 174">
              <a:extLst>
                <a:ext uri="{FF2B5EF4-FFF2-40B4-BE49-F238E27FC236}">
                  <a16:creationId xmlns:a16="http://schemas.microsoft.com/office/drawing/2014/main" id="{757DB0BB-7CC0-C8B6-63E6-D90DD0C8C741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619174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6" name="直線接點 175">
              <a:extLst>
                <a:ext uri="{FF2B5EF4-FFF2-40B4-BE49-F238E27FC236}">
                  <a16:creationId xmlns:a16="http://schemas.microsoft.com/office/drawing/2014/main" id="{FBEF62F4-F058-0C6E-F4CC-40BA1C2C6DA6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47686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119B26D2-BDA5-9202-6442-5292B794E101}"/>
                </a:ext>
              </a:extLst>
            </p:cNvPr>
            <p:cNvSpPr/>
            <p:nvPr/>
          </p:nvSpPr>
          <p:spPr bwMode="auto">
            <a:xfrm>
              <a:off x="7043684" y="980632"/>
              <a:ext cx="144000" cy="144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78" name="直線接點 177">
              <a:extLst>
                <a:ext uri="{FF2B5EF4-FFF2-40B4-BE49-F238E27FC236}">
                  <a16:creationId xmlns:a16="http://schemas.microsoft.com/office/drawing/2014/main" id="{54BF0A34-631F-48FB-5E6F-45138A8E2B1C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903792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線接點 178">
              <a:extLst>
                <a:ext uri="{FF2B5EF4-FFF2-40B4-BE49-F238E27FC236}">
                  <a16:creationId xmlns:a16="http://schemas.microsoft.com/office/drawing/2014/main" id="{63BB3A96-68AE-A343-C7B3-E163B7F654FF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761483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0" name="直線接點 179">
              <a:extLst>
                <a:ext uri="{FF2B5EF4-FFF2-40B4-BE49-F238E27FC236}">
                  <a16:creationId xmlns:a16="http://schemas.microsoft.com/office/drawing/2014/main" id="{C71D5FC8-A4E3-F4DF-A5A4-6DEFDE8BC54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9474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0" name="直線接點 189">
              <a:extLst>
                <a:ext uri="{FF2B5EF4-FFF2-40B4-BE49-F238E27FC236}">
                  <a16:creationId xmlns:a16="http://schemas.microsoft.com/office/drawing/2014/main" id="{9576D84A-32A8-4D6E-8C9D-15E23EA6555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36393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1" name="直線接點 190">
              <a:extLst>
                <a:ext uri="{FF2B5EF4-FFF2-40B4-BE49-F238E27FC236}">
                  <a16:creationId xmlns:a16="http://schemas.microsoft.com/office/drawing/2014/main" id="{ADD16734-BD20-4CC5-7DB8-C9E59F11D06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145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92" name="矩形 191">
            <a:extLst>
              <a:ext uri="{FF2B5EF4-FFF2-40B4-BE49-F238E27FC236}">
                <a16:creationId xmlns:a16="http://schemas.microsoft.com/office/drawing/2014/main" id="{29A085F6-6FB2-1DC0-AAFE-21E83038F6E3}"/>
              </a:ext>
            </a:extLst>
          </p:cNvPr>
          <p:cNvSpPr/>
          <p:nvPr/>
        </p:nvSpPr>
        <p:spPr bwMode="auto">
          <a:xfrm>
            <a:off x="7717072" y="2595799"/>
            <a:ext cx="136800" cy="136800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grpSp>
        <p:nvGrpSpPr>
          <p:cNvPr id="122" name="群組 121">
            <a:extLst>
              <a:ext uri="{FF2B5EF4-FFF2-40B4-BE49-F238E27FC236}">
                <a16:creationId xmlns:a16="http://schemas.microsoft.com/office/drawing/2014/main" id="{50336E65-2C5C-EF8F-59D9-B5C0D1ABF782}"/>
              </a:ext>
            </a:extLst>
          </p:cNvPr>
          <p:cNvGrpSpPr/>
          <p:nvPr/>
        </p:nvGrpSpPr>
        <p:grpSpPr>
          <a:xfrm>
            <a:off x="7431322" y="2584429"/>
            <a:ext cx="1440000" cy="1440000"/>
            <a:chOff x="8873023" y="4255188"/>
            <a:chExt cx="1440000" cy="1440000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A3612B98-5B63-F86A-063D-414F7A341372}"/>
                </a:ext>
              </a:extLst>
            </p:cNvPr>
            <p:cNvSpPr/>
            <p:nvPr/>
          </p:nvSpPr>
          <p:spPr bwMode="auto">
            <a:xfrm>
              <a:off x="8873023" y="4255188"/>
              <a:ext cx="1440000" cy="14400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83" name="直線接點 82">
              <a:extLst>
                <a:ext uri="{FF2B5EF4-FFF2-40B4-BE49-F238E27FC236}">
                  <a16:creationId xmlns:a16="http://schemas.microsoft.com/office/drawing/2014/main" id="{C92C42D6-02F7-6677-B1F9-EEDDF0FC901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010160" y="4255188"/>
              <a:ext cx="0" cy="144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線接點 62">
              <a:extLst>
                <a:ext uri="{FF2B5EF4-FFF2-40B4-BE49-F238E27FC236}">
                  <a16:creationId xmlns:a16="http://schemas.microsoft.com/office/drawing/2014/main" id="{78FB8E2F-FB8D-F66B-C689-162694C4492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400708"/>
              <a:ext cx="1440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直線接點 93">
              <a:extLst>
                <a:ext uri="{FF2B5EF4-FFF2-40B4-BE49-F238E27FC236}">
                  <a16:creationId xmlns:a16="http://schemas.microsoft.com/office/drawing/2014/main" id="{B3E2E9F8-9C0D-B7D8-7DC3-46D1CEEC993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544774"/>
              <a:ext cx="1440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直線接點 94">
              <a:extLst>
                <a:ext uri="{FF2B5EF4-FFF2-40B4-BE49-F238E27FC236}">
                  <a16:creationId xmlns:a16="http://schemas.microsoft.com/office/drawing/2014/main" id="{7E01E89B-8DE1-27AE-6D6D-0CB2A63EC9C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688840"/>
              <a:ext cx="1440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線接點 95">
              <a:extLst>
                <a:ext uri="{FF2B5EF4-FFF2-40B4-BE49-F238E27FC236}">
                  <a16:creationId xmlns:a16="http://schemas.microsoft.com/office/drawing/2014/main" id="{826942CF-EF59-6E7D-93DC-DF900B0CCC2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976972"/>
              <a:ext cx="1440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直線接點 96">
              <a:extLst>
                <a:ext uri="{FF2B5EF4-FFF2-40B4-BE49-F238E27FC236}">
                  <a16:creationId xmlns:a16="http://schemas.microsoft.com/office/drawing/2014/main" id="{350C8161-9EFE-8565-960D-FF43C59D628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121038"/>
              <a:ext cx="1440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線接點 104">
              <a:extLst>
                <a:ext uri="{FF2B5EF4-FFF2-40B4-BE49-F238E27FC236}">
                  <a16:creationId xmlns:a16="http://schemas.microsoft.com/office/drawing/2014/main" id="{90D73E26-3DEC-BAED-6066-E7319C62BB2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265104"/>
              <a:ext cx="1440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線接點 106">
              <a:extLst>
                <a:ext uri="{FF2B5EF4-FFF2-40B4-BE49-F238E27FC236}">
                  <a16:creationId xmlns:a16="http://schemas.microsoft.com/office/drawing/2014/main" id="{D671F584-733D-811E-2F10-7712F79D1BF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409170"/>
              <a:ext cx="1440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線接點 107">
              <a:extLst>
                <a:ext uri="{FF2B5EF4-FFF2-40B4-BE49-F238E27FC236}">
                  <a16:creationId xmlns:a16="http://schemas.microsoft.com/office/drawing/2014/main" id="{26CAEA6C-67B7-A9F6-9587-DB329217A63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553233"/>
              <a:ext cx="1440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9" name="直線接點 108">
              <a:extLst>
                <a:ext uri="{FF2B5EF4-FFF2-40B4-BE49-F238E27FC236}">
                  <a16:creationId xmlns:a16="http://schemas.microsoft.com/office/drawing/2014/main" id="{DAD039D2-24D9-1138-D79F-81019093450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684707"/>
              <a:ext cx="1440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直線接點 112">
              <a:extLst>
                <a:ext uri="{FF2B5EF4-FFF2-40B4-BE49-F238E27FC236}">
                  <a16:creationId xmlns:a16="http://schemas.microsoft.com/office/drawing/2014/main" id="{3047C6CA-3DB1-6EB6-22F9-2834DC5DD56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156607" y="4255188"/>
              <a:ext cx="0" cy="144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線接點 113">
              <a:extLst>
                <a:ext uri="{FF2B5EF4-FFF2-40B4-BE49-F238E27FC236}">
                  <a16:creationId xmlns:a16="http://schemas.microsoft.com/office/drawing/2014/main" id="{04B11AF0-AA19-792C-DB42-8A6E1C2A02A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303054" y="4255188"/>
              <a:ext cx="0" cy="144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線接點 114">
              <a:extLst>
                <a:ext uri="{FF2B5EF4-FFF2-40B4-BE49-F238E27FC236}">
                  <a16:creationId xmlns:a16="http://schemas.microsoft.com/office/drawing/2014/main" id="{F2DF0621-43D4-BEF3-DA65-A19F376B35E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449501" y="4255188"/>
              <a:ext cx="0" cy="144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6" name="直線接點 115">
              <a:extLst>
                <a:ext uri="{FF2B5EF4-FFF2-40B4-BE49-F238E27FC236}">
                  <a16:creationId xmlns:a16="http://schemas.microsoft.com/office/drawing/2014/main" id="{0CFC49DE-735E-6114-28D4-8A691E8BD79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95948" y="4255188"/>
              <a:ext cx="0" cy="144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7" name="直線接點 116">
              <a:extLst>
                <a:ext uri="{FF2B5EF4-FFF2-40B4-BE49-F238E27FC236}">
                  <a16:creationId xmlns:a16="http://schemas.microsoft.com/office/drawing/2014/main" id="{51D55262-E521-5797-4A71-27172F3919D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742395" y="4255188"/>
              <a:ext cx="0" cy="144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直線接點 117">
              <a:extLst>
                <a:ext uri="{FF2B5EF4-FFF2-40B4-BE49-F238E27FC236}">
                  <a16:creationId xmlns:a16="http://schemas.microsoft.com/office/drawing/2014/main" id="{E493A0E5-5A16-6497-4A8E-1057C65DBAE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888842" y="4255188"/>
              <a:ext cx="0" cy="144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直線接點 118">
              <a:extLst>
                <a:ext uri="{FF2B5EF4-FFF2-40B4-BE49-F238E27FC236}">
                  <a16:creationId xmlns:a16="http://schemas.microsoft.com/office/drawing/2014/main" id="{336ABF38-E434-8F53-717E-EE8A8DA7653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035289" y="4255188"/>
              <a:ext cx="0" cy="144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0" name="直線接點 119">
              <a:extLst>
                <a:ext uri="{FF2B5EF4-FFF2-40B4-BE49-F238E27FC236}">
                  <a16:creationId xmlns:a16="http://schemas.microsoft.com/office/drawing/2014/main" id="{F9AABB5B-2680-7EA7-4639-8D4216B74F9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172210" y="4255188"/>
              <a:ext cx="0" cy="144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1" name="直線接點 120">
              <a:extLst>
                <a:ext uri="{FF2B5EF4-FFF2-40B4-BE49-F238E27FC236}">
                  <a16:creationId xmlns:a16="http://schemas.microsoft.com/office/drawing/2014/main" id="{D2FDF218-4DF7-CC37-B427-E82C23E8129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832906"/>
              <a:ext cx="1440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304907D4-5264-09AE-7B8F-916AD1113BEE}"/>
              </a:ext>
            </a:extLst>
          </p:cNvPr>
          <p:cNvSpPr txBox="1"/>
          <p:nvPr/>
        </p:nvSpPr>
        <p:spPr>
          <a:xfrm>
            <a:off x="7438590" y="4456820"/>
            <a:ext cx="38946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output size = ½ input size</a:t>
            </a:r>
            <a:endParaRPr lang="zh-TW" altLang="en-US" dirty="0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631B69B0-7237-5183-7976-B8D528804B76}"/>
              </a:ext>
            </a:extLst>
          </p:cNvPr>
          <p:cNvSpPr/>
          <p:nvPr/>
        </p:nvSpPr>
        <p:spPr>
          <a:xfrm>
            <a:off x="5406759" y="5350414"/>
            <a:ext cx="2512765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TW" sz="28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stride = 3 ?</a:t>
            </a:r>
          </a:p>
          <a:p>
            <a:pPr>
              <a:defRPr/>
            </a:pPr>
            <a:r>
              <a:rPr kumimoji="0" lang="en-US" altLang="zh-TW" sz="28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stride = ½ ?</a:t>
            </a:r>
          </a:p>
        </p:txBody>
      </p:sp>
      <p:grpSp>
        <p:nvGrpSpPr>
          <p:cNvPr id="138" name="群組 137">
            <a:extLst>
              <a:ext uri="{FF2B5EF4-FFF2-40B4-BE49-F238E27FC236}">
                <a16:creationId xmlns:a16="http://schemas.microsoft.com/office/drawing/2014/main" id="{41F43343-FE6E-5750-1059-03E98150A77A}"/>
              </a:ext>
            </a:extLst>
          </p:cNvPr>
          <p:cNvGrpSpPr/>
          <p:nvPr/>
        </p:nvGrpSpPr>
        <p:grpSpPr>
          <a:xfrm>
            <a:off x="4058262" y="4721241"/>
            <a:ext cx="720000" cy="720000"/>
            <a:chOff x="6763301" y="693185"/>
            <a:chExt cx="720000" cy="720000"/>
          </a:xfrm>
        </p:grpSpPr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756D7246-F002-53C6-A475-AFFDADC18564}"/>
                </a:ext>
              </a:extLst>
            </p:cNvPr>
            <p:cNvSpPr/>
            <p:nvPr/>
          </p:nvSpPr>
          <p:spPr bwMode="auto">
            <a:xfrm>
              <a:off x="6763301" y="693185"/>
              <a:ext cx="720000" cy="720000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0367EED3-89B0-DF77-E4B9-4A47556CA20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53104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線接點 140">
              <a:extLst>
                <a:ext uri="{FF2B5EF4-FFF2-40B4-BE49-F238E27FC236}">
                  <a16:creationId xmlns:a16="http://schemas.microsoft.com/office/drawing/2014/main" id="{5AEA07E2-2833-F60D-DD3C-57B20B82102D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619174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線接點 151">
              <a:extLst>
                <a:ext uri="{FF2B5EF4-FFF2-40B4-BE49-F238E27FC236}">
                  <a16:creationId xmlns:a16="http://schemas.microsoft.com/office/drawing/2014/main" id="{8274ABDA-142C-08E9-A511-07A8827A39E5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47686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B1171A8F-1140-65BE-EFBF-4F6FD3A989F8}"/>
                </a:ext>
              </a:extLst>
            </p:cNvPr>
            <p:cNvSpPr/>
            <p:nvPr/>
          </p:nvSpPr>
          <p:spPr bwMode="auto">
            <a:xfrm>
              <a:off x="7043684" y="980632"/>
              <a:ext cx="144000" cy="144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65" name="直線接點 164">
              <a:extLst>
                <a:ext uri="{FF2B5EF4-FFF2-40B4-BE49-F238E27FC236}">
                  <a16:creationId xmlns:a16="http://schemas.microsoft.com/office/drawing/2014/main" id="{EFC24C52-2A17-054F-9FEA-63362F80F8AA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903792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6" name="直線接點 165">
              <a:extLst>
                <a:ext uri="{FF2B5EF4-FFF2-40B4-BE49-F238E27FC236}">
                  <a16:creationId xmlns:a16="http://schemas.microsoft.com/office/drawing/2014/main" id="{69EE02F6-2149-32D5-D1D2-71F14436CB42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761483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直線接點 166">
              <a:extLst>
                <a:ext uri="{FF2B5EF4-FFF2-40B4-BE49-F238E27FC236}">
                  <a16:creationId xmlns:a16="http://schemas.microsoft.com/office/drawing/2014/main" id="{0FA32AEC-8BDA-049F-69BD-567F4C6D82B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9474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線接點 167">
              <a:extLst>
                <a:ext uri="{FF2B5EF4-FFF2-40B4-BE49-F238E27FC236}">
                  <a16:creationId xmlns:a16="http://schemas.microsoft.com/office/drawing/2014/main" id="{05CC2526-CD9D-38A7-FA6F-F9255DEC5A6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36393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9" name="直線接點 168">
              <a:extLst>
                <a:ext uri="{FF2B5EF4-FFF2-40B4-BE49-F238E27FC236}">
                  <a16:creationId xmlns:a16="http://schemas.microsoft.com/office/drawing/2014/main" id="{3D363D78-B105-233B-340F-0FD3AE21299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145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054AD4AB-BC86-27CB-3DC6-2054A38082F9}"/>
              </a:ext>
            </a:extLst>
          </p:cNvPr>
          <p:cNvCxnSpPr/>
          <p:nvPr/>
        </p:nvCxnSpPr>
        <p:spPr bwMode="auto">
          <a:xfrm>
            <a:off x="5125024" y="3416953"/>
            <a:ext cx="209899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68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animBg="1"/>
      <p:bldP spid="106" grpId="0" animBg="1"/>
      <p:bldP spid="163" grpId="0" animBg="1"/>
      <p:bldP spid="192" grpId="0" animBg="1"/>
      <p:bldP spid="1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5E85E-3386-634C-984D-767612660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矩形 200">
            <a:extLst>
              <a:ext uri="{FF2B5EF4-FFF2-40B4-BE49-F238E27FC236}">
                <a16:creationId xmlns:a16="http://schemas.microsoft.com/office/drawing/2014/main" id="{DF6B5523-51BE-E62D-C9C5-A85A42251D01}"/>
              </a:ext>
            </a:extLst>
          </p:cNvPr>
          <p:cNvSpPr/>
          <p:nvPr/>
        </p:nvSpPr>
        <p:spPr bwMode="auto">
          <a:xfrm>
            <a:off x="1788395" y="2716563"/>
            <a:ext cx="2304000" cy="230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D70F92-57E5-02D4-5CD5-F7CFF769C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37" y="452252"/>
            <a:ext cx="28930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Receptive Field</a:t>
            </a:r>
            <a:endParaRPr kumimoji="0" lang="zh-TW" altLang="en-US" sz="2800" dirty="0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BBE8049D-483E-3528-4089-B496F452CB03}"/>
              </a:ext>
            </a:extLst>
          </p:cNvPr>
          <p:cNvGrpSpPr/>
          <p:nvPr/>
        </p:nvGrpSpPr>
        <p:grpSpPr>
          <a:xfrm>
            <a:off x="2588342" y="1644953"/>
            <a:ext cx="720000" cy="720000"/>
            <a:chOff x="6763301" y="693185"/>
            <a:chExt cx="720000" cy="720000"/>
          </a:xfrm>
        </p:grpSpPr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D33A819C-3DB9-526A-7E27-C98BD43732BC}"/>
                </a:ext>
              </a:extLst>
            </p:cNvPr>
            <p:cNvSpPr/>
            <p:nvPr/>
          </p:nvSpPr>
          <p:spPr bwMode="auto">
            <a:xfrm>
              <a:off x="6763301" y="693185"/>
              <a:ext cx="720000" cy="720000"/>
            </a:xfrm>
            <a:prstGeom prst="rect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46" name="直線接點 145">
              <a:extLst>
                <a:ext uri="{FF2B5EF4-FFF2-40B4-BE49-F238E27FC236}">
                  <a16:creationId xmlns:a16="http://schemas.microsoft.com/office/drawing/2014/main" id="{91DC9F58-AB3E-D79F-CBBA-A9483C9172A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53104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直線接點 146">
              <a:extLst>
                <a:ext uri="{FF2B5EF4-FFF2-40B4-BE49-F238E27FC236}">
                  <a16:creationId xmlns:a16="http://schemas.microsoft.com/office/drawing/2014/main" id="{1CD84647-0814-69A5-FC18-EE47D7364E19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619174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線接點 147">
              <a:extLst>
                <a:ext uri="{FF2B5EF4-FFF2-40B4-BE49-F238E27FC236}">
                  <a16:creationId xmlns:a16="http://schemas.microsoft.com/office/drawing/2014/main" id="{C0A623FF-15E0-3851-7BF4-EFFE2152A2B6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47686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98E38574-7DB1-B099-3EF7-DE9E2BF6EB3D}"/>
                </a:ext>
              </a:extLst>
            </p:cNvPr>
            <p:cNvSpPr/>
            <p:nvPr/>
          </p:nvSpPr>
          <p:spPr bwMode="auto">
            <a:xfrm>
              <a:off x="7043684" y="980632"/>
              <a:ext cx="144000" cy="144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51" name="直線接點 150">
              <a:extLst>
                <a:ext uri="{FF2B5EF4-FFF2-40B4-BE49-F238E27FC236}">
                  <a16:creationId xmlns:a16="http://schemas.microsoft.com/office/drawing/2014/main" id="{598E5F9A-20FF-0FCB-846C-4D3DF7D45570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903792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線接點 158">
              <a:extLst>
                <a:ext uri="{FF2B5EF4-FFF2-40B4-BE49-F238E27FC236}">
                  <a16:creationId xmlns:a16="http://schemas.microsoft.com/office/drawing/2014/main" id="{65034114-FBCC-F527-920D-7CFAA6C6DA2F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7123301" y="761483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線接點 159">
              <a:extLst>
                <a:ext uri="{FF2B5EF4-FFF2-40B4-BE49-F238E27FC236}">
                  <a16:creationId xmlns:a16="http://schemas.microsoft.com/office/drawing/2014/main" id="{C293D3C6-022F-399B-9BB2-34FC31BF30F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9474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直線接點 160">
              <a:extLst>
                <a:ext uri="{FF2B5EF4-FFF2-40B4-BE49-F238E27FC236}">
                  <a16:creationId xmlns:a16="http://schemas.microsoft.com/office/drawing/2014/main" id="{1088402A-D9C3-9F2D-B1F0-75C4980B5CE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36393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直線接點 161">
              <a:extLst>
                <a:ext uri="{FF2B5EF4-FFF2-40B4-BE49-F238E27FC236}">
                  <a16:creationId xmlns:a16="http://schemas.microsoft.com/office/drawing/2014/main" id="{0627C3A6-D184-052E-7AD5-43C517FF01A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1459" y="693185"/>
              <a:ext cx="0" cy="72000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778D1DA0-F9D5-B2F2-F462-08D02C0D9CA8}"/>
              </a:ext>
            </a:extLst>
          </p:cNvPr>
          <p:cNvGrpSpPr/>
          <p:nvPr/>
        </p:nvGrpSpPr>
        <p:grpSpPr>
          <a:xfrm>
            <a:off x="5948656" y="1907217"/>
            <a:ext cx="439954" cy="436619"/>
            <a:chOff x="2785299" y="1876933"/>
            <a:chExt cx="439954" cy="436619"/>
          </a:xfrm>
          <a:noFill/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24C9FB51-702C-5128-8623-6BA1D28E66EF}"/>
                </a:ext>
              </a:extLst>
            </p:cNvPr>
            <p:cNvSpPr/>
            <p:nvPr/>
          </p:nvSpPr>
          <p:spPr bwMode="auto">
            <a:xfrm>
              <a:off x="2785299" y="1876933"/>
              <a:ext cx="432000" cy="432000"/>
            </a:xfrm>
            <a:prstGeom prst="rect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A8E8612C-89BD-881B-65D7-8779D41BC43A}"/>
                </a:ext>
              </a:extLst>
            </p:cNvPr>
            <p:cNvCxnSpPr/>
            <p:nvPr/>
          </p:nvCxnSpPr>
          <p:spPr bwMode="auto">
            <a:xfrm>
              <a:off x="2921505" y="1876933"/>
              <a:ext cx="0" cy="432000"/>
            </a:xfrm>
            <a:prstGeom prst="line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直線接點 52">
              <a:extLst>
                <a:ext uri="{FF2B5EF4-FFF2-40B4-BE49-F238E27FC236}">
                  <a16:creationId xmlns:a16="http://schemas.microsoft.com/office/drawing/2014/main" id="{896BF26D-09B1-B1FF-3EAF-2D685D27D531}"/>
                </a:ext>
              </a:extLst>
            </p:cNvPr>
            <p:cNvCxnSpPr/>
            <p:nvPr/>
          </p:nvCxnSpPr>
          <p:spPr bwMode="auto">
            <a:xfrm>
              <a:off x="3064669" y="1881552"/>
              <a:ext cx="0" cy="432000"/>
            </a:xfrm>
            <a:prstGeom prst="line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直線接點 53">
              <a:extLst>
                <a:ext uri="{FF2B5EF4-FFF2-40B4-BE49-F238E27FC236}">
                  <a16:creationId xmlns:a16="http://schemas.microsoft.com/office/drawing/2014/main" id="{1534D45F-4C2B-3C7A-AD66-8C6762EF72DD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3009253" y="1936973"/>
              <a:ext cx="0" cy="432000"/>
            </a:xfrm>
            <a:prstGeom prst="line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直線接點 54">
              <a:extLst>
                <a:ext uri="{FF2B5EF4-FFF2-40B4-BE49-F238E27FC236}">
                  <a16:creationId xmlns:a16="http://schemas.microsoft.com/office/drawing/2014/main" id="{75FD5936-F42E-3C54-3D1A-56B57B539939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3001299" y="1803042"/>
              <a:ext cx="0" cy="432000"/>
            </a:xfrm>
            <a:prstGeom prst="line">
              <a:avLst/>
            </a:prstGeom>
            <a:grp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6" name="矩形 55">
            <a:extLst>
              <a:ext uri="{FF2B5EF4-FFF2-40B4-BE49-F238E27FC236}">
                <a16:creationId xmlns:a16="http://schemas.microsoft.com/office/drawing/2014/main" id="{506D3522-1F7E-A06F-0FBB-5F289704C726}"/>
              </a:ext>
            </a:extLst>
          </p:cNvPr>
          <p:cNvSpPr/>
          <p:nvPr/>
        </p:nvSpPr>
        <p:spPr bwMode="auto">
          <a:xfrm>
            <a:off x="6089285" y="2050271"/>
            <a:ext cx="144000" cy="1440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grpSp>
        <p:nvGrpSpPr>
          <p:cNvPr id="134" name="群組 133">
            <a:extLst>
              <a:ext uri="{FF2B5EF4-FFF2-40B4-BE49-F238E27FC236}">
                <a16:creationId xmlns:a16="http://schemas.microsoft.com/office/drawing/2014/main" id="{DAA4FFAA-0F53-7674-A0CF-554D57A04AC3}"/>
              </a:ext>
            </a:extLst>
          </p:cNvPr>
          <p:cNvGrpSpPr/>
          <p:nvPr/>
        </p:nvGrpSpPr>
        <p:grpSpPr>
          <a:xfrm>
            <a:off x="8248021" y="3142136"/>
            <a:ext cx="1440000" cy="1452854"/>
            <a:chOff x="8998518" y="3102084"/>
            <a:chExt cx="1440000" cy="1452854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4963333A-D71A-0A76-CEBC-F28E4F0DE546}"/>
                </a:ext>
              </a:extLst>
            </p:cNvPr>
            <p:cNvSpPr/>
            <p:nvPr/>
          </p:nvSpPr>
          <p:spPr bwMode="auto">
            <a:xfrm>
              <a:off x="8998519" y="3102084"/>
              <a:ext cx="1439999" cy="1440000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2354EFF9-8CCD-B5C6-058A-C7A9BA862099}"/>
                </a:ext>
              </a:extLst>
            </p:cNvPr>
            <p:cNvGrpSpPr/>
            <p:nvPr/>
          </p:nvGrpSpPr>
          <p:grpSpPr>
            <a:xfrm>
              <a:off x="8998518" y="3114938"/>
              <a:ext cx="1440000" cy="1440000"/>
              <a:chOff x="8873023" y="4255188"/>
              <a:chExt cx="1440000" cy="1440000"/>
            </a:xfrm>
          </p:grpSpPr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3727B298-34CA-0948-CB81-BBA09F7AAF62}"/>
                  </a:ext>
                </a:extLst>
              </p:cNvPr>
              <p:cNvSpPr/>
              <p:nvPr/>
            </p:nvSpPr>
            <p:spPr bwMode="auto">
              <a:xfrm>
                <a:off x="8873023" y="4255188"/>
                <a:ext cx="1440000" cy="1440000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kumimoji="0" lang="zh-TW" altLang="en-US"/>
              </a:p>
            </p:txBody>
          </p:sp>
          <p:cxnSp>
            <p:nvCxnSpPr>
              <p:cNvPr id="61" name="直線接點 60">
                <a:extLst>
                  <a:ext uri="{FF2B5EF4-FFF2-40B4-BE49-F238E27FC236}">
                    <a16:creationId xmlns:a16="http://schemas.microsoft.com/office/drawing/2014/main" id="{56AE030B-851B-B515-58F2-36F7B839C35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9010160" y="4255188"/>
                <a:ext cx="0" cy="144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" name="直線接點 61">
                <a:extLst>
                  <a:ext uri="{FF2B5EF4-FFF2-40B4-BE49-F238E27FC236}">
                    <a16:creationId xmlns:a16="http://schemas.microsoft.com/office/drawing/2014/main" id="{A7EF3D2E-88EA-E9A0-20F5-5FA94F20C82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873023" y="4400708"/>
                <a:ext cx="1440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4" name="直線接點 63">
                <a:extLst>
                  <a:ext uri="{FF2B5EF4-FFF2-40B4-BE49-F238E27FC236}">
                    <a16:creationId xmlns:a16="http://schemas.microsoft.com/office/drawing/2014/main" id="{A4AF849D-AA8E-CF98-17D5-73ACC4BD543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873023" y="4544774"/>
                <a:ext cx="1440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5" name="直線接點 64">
                <a:extLst>
                  <a:ext uri="{FF2B5EF4-FFF2-40B4-BE49-F238E27FC236}">
                    <a16:creationId xmlns:a16="http://schemas.microsoft.com/office/drawing/2014/main" id="{69D7E610-A25D-43E4-A27A-5FF64B171E9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873023" y="4688840"/>
                <a:ext cx="1440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" name="直線接點 65">
                <a:extLst>
                  <a:ext uri="{FF2B5EF4-FFF2-40B4-BE49-F238E27FC236}">
                    <a16:creationId xmlns:a16="http://schemas.microsoft.com/office/drawing/2014/main" id="{AE9A24BC-3D01-6A2D-4EB3-87161458EE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873023" y="4976972"/>
                <a:ext cx="1440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AA1449AA-D743-732D-094F-A0B206388E7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873023" y="5121038"/>
                <a:ext cx="1440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8" name="直線接點 67">
                <a:extLst>
                  <a:ext uri="{FF2B5EF4-FFF2-40B4-BE49-F238E27FC236}">
                    <a16:creationId xmlns:a16="http://schemas.microsoft.com/office/drawing/2014/main" id="{2911B98F-E5D4-8C0D-20BC-27A40AE806D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873023" y="5265104"/>
                <a:ext cx="1440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9" name="直線接點 68">
                <a:extLst>
                  <a:ext uri="{FF2B5EF4-FFF2-40B4-BE49-F238E27FC236}">
                    <a16:creationId xmlns:a16="http://schemas.microsoft.com/office/drawing/2014/main" id="{5F5D5566-E5A6-807C-E244-A1083CEEEB3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873023" y="5409170"/>
                <a:ext cx="1440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5ABB9CBD-909D-FA63-0D34-AA11CEE3551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873023" y="5553233"/>
                <a:ext cx="1440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FB4D0580-D9CC-0704-810D-239AB76A3E3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873023" y="5684707"/>
                <a:ext cx="1440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3" name="直線接點 72">
                <a:extLst>
                  <a:ext uri="{FF2B5EF4-FFF2-40B4-BE49-F238E27FC236}">
                    <a16:creationId xmlns:a16="http://schemas.microsoft.com/office/drawing/2014/main" id="{22488468-4EA0-3605-22E1-424AB4D595C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9156607" y="4255188"/>
                <a:ext cx="0" cy="144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4" name="直線接點 73">
                <a:extLst>
                  <a:ext uri="{FF2B5EF4-FFF2-40B4-BE49-F238E27FC236}">
                    <a16:creationId xmlns:a16="http://schemas.microsoft.com/office/drawing/2014/main" id="{4D660553-07BD-68B2-FC52-0B891A0D60B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9303054" y="4255188"/>
                <a:ext cx="0" cy="144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5" name="直線接點 74">
                <a:extLst>
                  <a:ext uri="{FF2B5EF4-FFF2-40B4-BE49-F238E27FC236}">
                    <a16:creationId xmlns:a16="http://schemas.microsoft.com/office/drawing/2014/main" id="{0AF0A379-0268-5CFB-62FD-32B6C12231B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9449501" y="4255188"/>
                <a:ext cx="0" cy="144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EAB1E336-C0C8-F92F-B398-82C4F240A52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9595948" y="4255188"/>
                <a:ext cx="0" cy="144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B700A741-6CAE-80D3-9F52-97D1F1CE3B7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9742395" y="4255188"/>
                <a:ext cx="0" cy="144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8" name="直線接點 77">
                <a:extLst>
                  <a:ext uri="{FF2B5EF4-FFF2-40B4-BE49-F238E27FC236}">
                    <a16:creationId xmlns:a16="http://schemas.microsoft.com/office/drawing/2014/main" id="{3AD10D82-6239-F502-9EDE-FD8C2119D38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9888842" y="4255188"/>
                <a:ext cx="0" cy="144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12EB4658-3146-3A34-66AE-9F242DDA93D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0035289" y="4255188"/>
                <a:ext cx="0" cy="144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0" name="直線接點 79">
                <a:extLst>
                  <a:ext uri="{FF2B5EF4-FFF2-40B4-BE49-F238E27FC236}">
                    <a16:creationId xmlns:a16="http://schemas.microsoft.com/office/drawing/2014/main" id="{D60D1FC6-625C-84F1-39E7-D9E58902342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0172210" y="4255188"/>
                <a:ext cx="0" cy="1440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48EE705B-196D-5CD9-F4A3-C58249A5B45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873023" y="4832906"/>
                <a:ext cx="1440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82" name="矩形 81">
            <a:extLst>
              <a:ext uri="{FF2B5EF4-FFF2-40B4-BE49-F238E27FC236}">
                <a16:creationId xmlns:a16="http://schemas.microsoft.com/office/drawing/2014/main" id="{5F1794CF-A554-CDBC-6A4B-B977703C1532}"/>
              </a:ext>
            </a:extLst>
          </p:cNvPr>
          <p:cNvSpPr/>
          <p:nvPr/>
        </p:nvSpPr>
        <p:spPr bwMode="auto">
          <a:xfrm>
            <a:off x="5306291" y="3004563"/>
            <a:ext cx="1728000" cy="172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grpSp>
        <p:nvGrpSpPr>
          <p:cNvPr id="84" name="群組 83">
            <a:extLst>
              <a:ext uri="{FF2B5EF4-FFF2-40B4-BE49-F238E27FC236}">
                <a16:creationId xmlns:a16="http://schemas.microsoft.com/office/drawing/2014/main" id="{DF01602A-B52B-EE0D-CD10-494734DC5292}"/>
              </a:ext>
            </a:extLst>
          </p:cNvPr>
          <p:cNvGrpSpPr/>
          <p:nvPr/>
        </p:nvGrpSpPr>
        <p:grpSpPr>
          <a:xfrm>
            <a:off x="5445708" y="3148563"/>
            <a:ext cx="1440000" cy="1440000"/>
            <a:chOff x="8873023" y="4255188"/>
            <a:chExt cx="1440000" cy="1440000"/>
          </a:xfrm>
          <a:solidFill>
            <a:schemeClr val="accent6"/>
          </a:solidFill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F6A1E3CC-0DAF-59F8-5A6F-0FBBA7D36BBB}"/>
                </a:ext>
              </a:extLst>
            </p:cNvPr>
            <p:cNvSpPr/>
            <p:nvPr/>
          </p:nvSpPr>
          <p:spPr bwMode="auto">
            <a:xfrm>
              <a:off x="8873023" y="4255188"/>
              <a:ext cx="1440000" cy="1440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86" name="直線接點 85">
              <a:extLst>
                <a:ext uri="{FF2B5EF4-FFF2-40B4-BE49-F238E27FC236}">
                  <a16:creationId xmlns:a16="http://schemas.microsoft.com/office/drawing/2014/main" id="{A9F51511-0222-D228-6085-FA8CBC81BBA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010160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直線接點 86">
              <a:extLst>
                <a:ext uri="{FF2B5EF4-FFF2-40B4-BE49-F238E27FC236}">
                  <a16:creationId xmlns:a16="http://schemas.microsoft.com/office/drawing/2014/main" id="{30C706E9-094D-DAFE-700B-734E198FD56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400708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線接點 87">
              <a:extLst>
                <a:ext uri="{FF2B5EF4-FFF2-40B4-BE49-F238E27FC236}">
                  <a16:creationId xmlns:a16="http://schemas.microsoft.com/office/drawing/2014/main" id="{355575A8-11A5-F404-51D3-8C3BFABC1BA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544774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直線接點 88">
              <a:extLst>
                <a:ext uri="{FF2B5EF4-FFF2-40B4-BE49-F238E27FC236}">
                  <a16:creationId xmlns:a16="http://schemas.microsoft.com/office/drawing/2014/main" id="{E432D8DB-C656-81DD-53EE-F3589EC70B1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688840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0" name="直線接點 89">
              <a:extLst>
                <a:ext uri="{FF2B5EF4-FFF2-40B4-BE49-F238E27FC236}">
                  <a16:creationId xmlns:a16="http://schemas.microsoft.com/office/drawing/2014/main" id="{EBF1CA70-31E7-305B-FB83-4FB6AA98346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976972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" name="直線接點 90">
              <a:extLst>
                <a:ext uri="{FF2B5EF4-FFF2-40B4-BE49-F238E27FC236}">
                  <a16:creationId xmlns:a16="http://schemas.microsoft.com/office/drawing/2014/main" id="{62FFF5FA-7716-E910-6D30-5F5617A33B9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121038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線接點 92">
              <a:extLst>
                <a:ext uri="{FF2B5EF4-FFF2-40B4-BE49-F238E27FC236}">
                  <a16:creationId xmlns:a16="http://schemas.microsoft.com/office/drawing/2014/main" id="{5E736803-B9F8-1BB1-D5B5-75232BD0A24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265104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直線接點 109">
              <a:extLst>
                <a:ext uri="{FF2B5EF4-FFF2-40B4-BE49-F238E27FC236}">
                  <a16:creationId xmlns:a16="http://schemas.microsoft.com/office/drawing/2014/main" id="{2307B6A5-1BE0-D49C-E16E-0983F9A5C11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409170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直線接點 110">
              <a:extLst>
                <a:ext uri="{FF2B5EF4-FFF2-40B4-BE49-F238E27FC236}">
                  <a16:creationId xmlns:a16="http://schemas.microsoft.com/office/drawing/2014/main" id="{FC4D2946-3822-A3DD-ACC8-ADCA141C392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553233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直線接點 111">
              <a:extLst>
                <a:ext uri="{FF2B5EF4-FFF2-40B4-BE49-F238E27FC236}">
                  <a16:creationId xmlns:a16="http://schemas.microsoft.com/office/drawing/2014/main" id="{59FA9859-2ED1-7DA1-5E8A-5CE3C90427F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684707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3" name="直線接點 122">
              <a:extLst>
                <a:ext uri="{FF2B5EF4-FFF2-40B4-BE49-F238E27FC236}">
                  <a16:creationId xmlns:a16="http://schemas.microsoft.com/office/drawing/2014/main" id="{4147ACBD-1ABA-D1FF-AAFE-AF7EAA09745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156607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線接點 125">
              <a:extLst>
                <a:ext uri="{FF2B5EF4-FFF2-40B4-BE49-F238E27FC236}">
                  <a16:creationId xmlns:a16="http://schemas.microsoft.com/office/drawing/2014/main" id="{042EC2BE-E580-4000-5AC0-A03743FC58A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303054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線接點 126">
              <a:extLst>
                <a:ext uri="{FF2B5EF4-FFF2-40B4-BE49-F238E27FC236}">
                  <a16:creationId xmlns:a16="http://schemas.microsoft.com/office/drawing/2014/main" id="{AA2D5360-FB0D-850D-E177-F951C596574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449501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直線接點 127">
              <a:extLst>
                <a:ext uri="{FF2B5EF4-FFF2-40B4-BE49-F238E27FC236}">
                  <a16:creationId xmlns:a16="http://schemas.microsoft.com/office/drawing/2014/main" id="{A2D34900-D358-F76E-80ED-00CE360BDE9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95948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直線接點 128">
              <a:extLst>
                <a:ext uri="{FF2B5EF4-FFF2-40B4-BE49-F238E27FC236}">
                  <a16:creationId xmlns:a16="http://schemas.microsoft.com/office/drawing/2014/main" id="{E4A10A2B-314F-D9B1-806F-7E033063615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742395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0" name="直線接點 129">
              <a:extLst>
                <a:ext uri="{FF2B5EF4-FFF2-40B4-BE49-F238E27FC236}">
                  <a16:creationId xmlns:a16="http://schemas.microsoft.com/office/drawing/2014/main" id="{5B7DA39A-E92D-5D47-CC37-D8D35FD76D9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888842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直線接點 130">
              <a:extLst>
                <a:ext uri="{FF2B5EF4-FFF2-40B4-BE49-F238E27FC236}">
                  <a16:creationId xmlns:a16="http://schemas.microsoft.com/office/drawing/2014/main" id="{250DE734-95D9-25D8-B58B-CCCD72CC743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035289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直線接點 131">
              <a:extLst>
                <a:ext uri="{FF2B5EF4-FFF2-40B4-BE49-F238E27FC236}">
                  <a16:creationId xmlns:a16="http://schemas.microsoft.com/office/drawing/2014/main" id="{32CB1543-FF0A-6B8A-04CE-A853D1E956C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172210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3" name="直線接點 132">
              <a:extLst>
                <a:ext uri="{FF2B5EF4-FFF2-40B4-BE49-F238E27FC236}">
                  <a16:creationId xmlns:a16="http://schemas.microsoft.com/office/drawing/2014/main" id="{4A739F95-CD25-7964-9EFC-E6E299C4B30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832906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35" name="矩形 134">
            <a:extLst>
              <a:ext uri="{FF2B5EF4-FFF2-40B4-BE49-F238E27FC236}">
                <a16:creationId xmlns:a16="http://schemas.microsoft.com/office/drawing/2014/main" id="{38EBB27D-7A11-1A3F-3FF3-2BD7C19FC723}"/>
              </a:ext>
            </a:extLst>
          </p:cNvPr>
          <p:cNvSpPr/>
          <p:nvPr/>
        </p:nvSpPr>
        <p:spPr bwMode="auto">
          <a:xfrm>
            <a:off x="2080978" y="3004563"/>
            <a:ext cx="1728000" cy="172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zh-TW" altLang="en-US"/>
          </a:p>
        </p:txBody>
      </p: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16F58B68-D632-71FE-73FA-73BC7404ED3D}"/>
              </a:ext>
            </a:extLst>
          </p:cNvPr>
          <p:cNvGrpSpPr/>
          <p:nvPr/>
        </p:nvGrpSpPr>
        <p:grpSpPr>
          <a:xfrm>
            <a:off x="2220395" y="3148563"/>
            <a:ext cx="1440000" cy="1440000"/>
            <a:chOff x="8873023" y="4255188"/>
            <a:chExt cx="1440000" cy="1440000"/>
          </a:xfrm>
          <a:solidFill>
            <a:schemeClr val="accent6"/>
          </a:solidFill>
        </p:grpSpPr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D52B1D29-1DEC-D041-A30B-56A4471866C1}"/>
                </a:ext>
              </a:extLst>
            </p:cNvPr>
            <p:cNvSpPr/>
            <p:nvPr/>
          </p:nvSpPr>
          <p:spPr bwMode="auto">
            <a:xfrm>
              <a:off x="8873023" y="4255188"/>
              <a:ext cx="1440000" cy="1440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kumimoji="0" lang="zh-TW" altLang="en-US"/>
            </a:p>
          </p:txBody>
        </p:sp>
        <p:cxnSp>
          <p:nvCxnSpPr>
            <p:cNvPr id="171" name="直線接點 170">
              <a:extLst>
                <a:ext uri="{FF2B5EF4-FFF2-40B4-BE49-F238E27FC236}">
                  <a16:creationId xmlns:a16="http://schemas.microsoft.com/office/drawing/2014/main" id="{9AFCC5E0-7F67-0F7B-3C01-2655807421A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010160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直線接點 171">
              <a:extLst>
                <a:ext uri="{FF2B5EF4-FFF2-40B4-BE49-F238E27FC236}">
                  <a16:creationId xmlns:a16="http://schemas.microsoft.com/office/drawing/2014/main" id="{7795D325-9E98-F6CA-885F-7C3E9F57EAA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400708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1" name="直線接點 180">
              <a:extLst>
                <a:ext uri="{FF2B5EF4-FFF2-40B4-BE49-F238E27FC236}">
                  <a16:creationId xmlns:a16="http://schemas.microsoft.com/office/drawing/2014/main" id="{24B8131A-0095-2BEF-14C7-0273930E53A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544774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2" name="直線接點 181">
              <a:extLst>
                <a:ext uri="{FF2B5EF4-FFF2-40B4-BE49-F238E27FC236}">
                  <a16:creationId xmlns:a16="http://schemas.microsoft.com/office/drawing/2014/main" id="{4F1214A3-76F1-D0A2-675D-159688E360C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688840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3" name="直線接點 182">
              <a:extLst>
                <a:ext uri="{FF2B5EF4-FFF2-40B4-BE49-F238E27FC236}">
                  <a16:creationId xmlns:a16="http://schemas.microsoft.com/office/drawing/2014/main" id="{F386E1D2-3A7D-C97C-8656-71242ACA4B9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976972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4" name="直線接點 183">
              <a:extLst>
                <a:ext uri="{FF2B5EF4-FFF2-40B4-BE49-F238E27FC236}">
                  <a16:creationId xmlns:a16="http://schemas.microsoft.com/office/drawing/2014/main" id="{7F4B3122-993F-2C58-FA5A-9089894AEB7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121038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線接點 184">
              <a:extLst>
                <a:ext uri="{FF2B5EF4-FFF2-40B4-BE49-F238E27FC236}">
                  <a16:creationId xmlns:a16="http://schemas.microsoft.com/office/drawing/2014/main" id="{ADCC2B0C-EBEC-38DE-B204-442FE1F5960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265104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6" name="直線接點 185">
              <a:extLst>
                <a:ext uri="{FF2B5EF4-FFF2-40B4-BE49-F238E27FC236}">
                  <a16:creationId xmlns:a16="http://schemas.microsoft.com/office/drawing/2014/main" id="{8A5E6E29-BE01-8C85-2921-732F377AFBA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409170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7" name="直線接點 186">
              <a:extLst>
                <a:ext uri="{FF2B5EF4-FFF2-40B4-BE49-F238E27FC236}">
                  <a16:creationId xmlns:a16="http://schemas.microsoft.com/office/drawing/2014/main" id="{59920755-EA55-028D-E8FF-F7AEECE370F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553233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8" name="直線接點 187">
              <a:extLst>
                <a:ext uri="{FF2B5EF4-FFF2-40B4-BE49-F238E27FC236}">
                  <a16:creationId xmlns:a16="http://schemas.microsoft.com/office/drawing/2014/main" id="{77452062-879B-37C6-0EF6-EC7A447456A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5684707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9" name="直線接點 188">
              <a:extLst>
                <a:ext uri="{FF2B5EF4-FFF2-40B4-BE49-F238E27FC236}">
                  <a16:creationId xmlns:a16="http://schemas.microsoft.com/office/drawing/2014/main" id="{39699F0C-C884-81BC-2222-F89EDDF5FEE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156607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3" name="直線接點 192">
              <a:extLst>
                <a:ext uri="{FF2B5EF4-FFF2-40B4-BE49-F238E27FC236}">
                  <a16:creationId xmlns:a16="http://schemas.microsoft.com/office/drawing/2014/main" id="{C4CC2F47-CBE9-278D-0DB2-D5DE5FD90D3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303054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4" name="直線接點 193">
              <a:extLst>
                <a:ext uri="{FF2B5EF4-FFF2-40B4-BE49-F238E27FC236}">
                  <a16:creationId xmlns:a16="http://schemas.microsoft.com/office/drawing/2014/main" id="{EF4E1800-CC6F-6CAA-7F1F-E1F63B93E7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449501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5" name="直線接點 194">
              <a:extLst>
                <a:ext uri="{FF2B5EF4-FFF2-40B4-BE49-F238E27FC236}">
                  <a16:creationId xmlns:a16="http://schemas.microsoft.com/office/drawing/2014/main" id="{B3E7D414-4517-53BD-B014-6E3DBBF1483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95948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6" name="直線接點 195">
              <a:extLst>
                <a:ext uri="{FF2B5EF4-FFF2-40B4-BE49-F238E27FC236}">
                  <a16:creationId xmlns:a16="http://schemas.microsoft.com/office/drawing/2014/main" id="{9576ECDD-CD8E-A7AF-65CC-F031FC8677F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742395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7" name="直線接點 196">
              <a:extLst>
                <a:ext uri="{FF2B5EF4-FFF2-40B4-BE49-F238E27FC236}">
                  <a16:creationId xmlns:a16="http://schemas.microsoft.com/office/drawing/2014/main" id="{1779FADB-6882-0222-E0B9-8268F677733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888842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直線接點 197">
              <a:extLst>
                <a:ext uri="{FF2B5EF4-FFF2-40B4-BE49-F238E27FC236}">
                  <a16:creationId xmlns:a16="http://schemas.microsoft.com/office/drawing/2014/main" id="{11C5D9E0-35C8-011F-821D-A217DFE6F5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035289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9" name="直線接點 198">
              <a:extLst>
                <a:ext uri="{FF2B5EF4-FFF2-40B4-BE49-F238E27FC236}">
                  <a16:creationId xmlns:a16="http://schemas.microsoft.com/office/drawing/2014/main" id="{F0448B24-8023-24F6-7346-4822D8B31AE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172210" y="4255188"/>
              <a:ext cx="0" cy="1440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0" name="直線接點 199">
              <a:extLst>
                <a:ext uri="{FF2B5EF4-FFF2-40B4-BE49-F238E27FC236}">
                  <a16:creationId xmlns:a16="http://schemas.microsoft.com/office/drawing/2014/main" id="{64AEC992-A266-9296-7F01-39D163D4559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873023" y="4832906"/>
              <a:ext cx="1440000" cy="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02" name="矩形 201">
            <a:extLst>
              <a:ext uri="{FF2B5EF4-FFF2-40B4-BE49-F238E27FC236}">
                <a16:creationId xmlns:a16="http://schemas.microsoft.com/office/drawing/2014/main" id="{72512A98-BD96-B9FF-8F2C-BDDB74E54828}"/>
              </a:ext>
            </a:extLst>
          </p:cNvPr>
          <p:cNvSpPr/>
          <p:nvPr/>
        </p:nvSpPr>
        <p:spPr>
          <a:xfrm>
            <a:off x="8041435" y="4939237"/>
            <a:ext cx="21077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output image</a:t>
            </a:r>
          </a:p>
        </p:txBody>
      </p:sp>
      <p:sp>
        <p:nvSpPr>
          <p:cNvPr id="203" name="箭號: 向右 202">
            <a:extLst>
              <a:ext uri="{FF2B5EF4-FFF2-40B4-BE49-F238E27FC236}">
                <a16:creationId xmlns:a16="http://schemas.microsoft.com/office/drawing/2014/main" id="{8C45F3DE-AED0-88BB-9317-775BF6DF6D98}"/>
              </a:ext>
            </a:extLst>
          </p:cNvPr>
          <p:cNvSpPr/>
          <p:nvPr/>
        </p:nvSpPr>
        <p:spPr bwMode="auto">
          <a:xfrm>
            <a:off x="4410075" y="3745301"/>
            <a:ext cx="612633" cy="27553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4" name="箭號: 向右 203">
            <a:extLst>
              <a:ext uri="{FF2B5EF4-FFF2-40B4-BE49-F238E27FC236}">
                <a16:creationId xmlns:a16="http://schemas.microsoft.com/office/drawing/2014/main" id="{FA990162-4BE6-B689-470D-98387ED4FB65}"/>
              </a:ext>
            </a:extLst>
          </p:cNvPr>
          <p:cNvSpPr/>
          <p:nvPr/>
        </p:nvSpPr>
        <p:spPr bwMode="auto">
          <a:xfrm>
            <a:off x="7368941" y="3705423"/>
            <a:ext cx="612633" cy="27553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686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4068A-BD87-0598-50BE-580965CA3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9616E95-24C8-046E-33BC-5057A67F8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37" y="452252"/>
            <a:ext cx="5003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kumimoji="0" lang="en-US" altLang="zh-TW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Image Padding Techniques</a:t>
            </a:r>
            <a:endParaRPr kumimoji="0" lang="zh-TW" altLang="en-US" sz="2800" dirty="0"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F1593ECB-2B3F-05D5-477B-4EB7934C9576}"/>
              </a:ext>
            </a:extLst>
          </p:cNvPr>
          <p:cNvGraphicFramePr>
            <a:graphicFrameLocks noGrp="1"/>
          </p:cNvGraphicFramePr>
          <p:nvPr/>
        </p:nvGraphicFramePr>
        <p:xfrm>
          <a:off x="872310" y="1857435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">
                  <a:extLst>
                    <a:ext uri="{9D8B030D-6E8A-4147-A177-3AD203B41FA5}">
                      <a16:colId xmlns:a16="http://schemas.microsoft.com/office/drawing/2014/main" val="3453409995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1869845323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982501817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4086394801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895595759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989291617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080241219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85979821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50572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14043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77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17194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96087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24206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47124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01156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53133"/>
                  </a:ext>
                </a:extLst>
              </a:tr>
            </a:tbl>
          </a:graphicData>
        </a:graphic>
      </p:graphicFrame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E11FC0A0-CDBA-C638-ACFC-D3D9516BC0C8}"/>
              </a:ext>
            </a:extLst>
          </p:cNvPr>
          <p:cNvGraphicFramePr>
            <a:graphicFrameLocks noGrp="1"/>
          </p:cNvGraphicFramePr>
          <p:nvPr/>
        </p:nvGraphicFramePr>
        <p:xfrm>
          <a:off x="7201579" y="5064435"/>
          <a:ext cx="10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">
                  <a:extLst>
                    <a:ext uri="{9D8B030D-6E8A-4147-A177-3AD203B41FA5}">
                      <a16:colId xmlns:a16="http://schemas.microsoft.com/office/drawing/2014/main" val="2982501817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4086394801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895595759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989291617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77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17194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087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24206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471245"/>
                  </a:ext>
                </a:extLst>
              </a:tr>
            </a:tbl>
          </a:graphicData>
        </a:graphic>
      </p:graphicFrame>
      <p:sp>
        <p:nvSpPr>
          <p:cNvPr id="48" name="文字方塊 47">
            <a:extLst>
              <a:ext uri="{FF2B5EF4-FFF2-40B4-BE49-F238E27FC236}">
                <a16:creationId xmlns:a16="http://schemas.microsoft.com/office/drawing/2014/main" id="{6AB3D605-28E8-7A34-672F-2D092726C86C}"/>
              </a:ext>
            </a:extLst>
          </p:cNvPr>
          <p:cNvSpPr txBox="1"/>
          <p:nvPr/>
        </p:nvSpPr>
        <p:spPr>
          <a:xfrm>
            <a:off x="1159040" y="1453289"/>
            <a:ext cx="15492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Verdana" panose="020B0604030504040204" pitchFamily="34" charset="0"/>
                <a:ea typeface="Verdana" panose="020B0604030504040204" pitchFamily="34" charset="0"/>
              </a:rPr>
              <a:t>Zero padding</a:t>
            </a:r>
            <a:endParaRPr lang="zh-TW" altLang="en-US" sz="1600" dirty="0">
              <a:latin typeface="Verdana" panose="020B0604030504040204" pitchFamily="34" charset="0"/>
            </a:endParaRPr>
          </a:p>
        </p:txBody>
      </p:sp>
      <p:graphicFrame>
        <p:nvGraphicFramePr>
          <p:cNvPr id="49" name="表格 48">
            <a:extLst>
              <a:ext uri="{FF2B5EF4-FFF2-40B4-BE49-F238E27FC236}">
                <a16:creationId xmlns:a16="http://schemas.microsoft.com/office/drawing/2014/main" id="{12F844E9-8616-AE59-9395-391E21FF6A12}"/>
              </a:ext>
            </a:extLst>
          </p:cNvPr>
          <p:cNvGraphicFramePr>
            <a:graphicFrameLocks noGrp="1"/>
          </p:cNvGraphicFramePr>
          <p:nvPr/>
        </p:nvGraphicFramePr>
        <p:xfrm>
          <a:off x="9445137" y="1857435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">
                  <a:extLst>
                    <a:ext uri="{9D8B030D-6E8A-4147-A177-3AD203B41FA5}">
                      <a16:colId xmlns:a16="http://schemas.microsoft.com/office/drawing/2014/main" val="3453409995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1869845323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982501817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4086394801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895595759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989291617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080241219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85979821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50572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14043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77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77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17194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96087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24206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47124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77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77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01156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53133"/>
                  </a:ext>
                </a:extLst>
              </a:tr>
            </a:tbl>
          </a:graphicData>
        </a:graphic>
      </p:graphicFrame>
      <p:sp>
        <p:nvSpPr>
          <p:cNvPr id="57" name="文字方塊 56">
            <a:extLst>
              <a:ext uri="{FF2B5EF4-FFF2-40B4-BE49-F238E27FC236}">
                <a16:creationId xmlns:a16="http://schemas.microsoft.com/office/drawing/2014/main" id="{E07CBB33-CB18-2893-0175-73F42234BFD2}"/>
              </a:ext>
            </a:extLst>
          </p:cNvPr>
          <p:cNvSpPr txBox="1"/>
          <p:nvPr/>
        </p:nvSpPr>
        <p:spPr>
          <a:xfrm>
            <a:off x="9718858" y="1453289"/>
            <a:ext cx="1612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Verdana" panose="020B0604030504040204" pitchFamily="34" charset="0"/>
                <a:ea typeface="Verdana" panose="020B0604030504040204" pitchFamily="34" charset="0"/>
              </a:rPr>
              <a:t>Warp padding</a:t>
            </a:r>
            <a:endParaRPr lang="zh-TW" altLang="en-US" sz="1600" dirty="0">
              <a:latin typeface="Verdana" panose="020B0604030504040204" pitchFamily="34" charset="0"/>
            </a:endParaRPr>
          </a:p>
        </p:txBody>
      </p:sp>
      <p:graphicFrame>
        <p:nvGraphicFramePr>
          <p:cNvPr id="63" name="表格 62">
            <a:extLst>
              <a:ext uri="{FF2B5EF4-FFF2-40B4-BE49-F238E27FC236}">
                <a16:creationId xmlns:a16="http://schemas.microsoft.com/office/drawing/2014/main" id="{304C23D5-6362-1390-385A-6FE1C7315611}"/>
              </a:ext>
            </a:extLst>
          </p:cNvPr>
          <p:cNvGraphicFramePr>
            <a:graphicFrameLocks noGrp="1"/>
          </p:cNvGraphicFramePr>
          <p:nvPr/>
        </p:nvGraphicFramePr>
        <p:xfrm>
          <a:off x="3729919" y="1857435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">
                  <a:extLst>
                    <a:ext uri="{9D8B030D-6E8A-4147-A177-3AD203B41FA5}">
                      <a16:colId xmlns:a16="http://schemas.microsoft.com/office/drawing/2014/main" val="3453409995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1869845323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982501817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4086394801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895595759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989291617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080241219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85979821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50572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14043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77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77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77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17194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96087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24206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47124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01156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53133"/>
                  </a:ext>
                </a:extLst>
              </a:tr>
            </a:tbl>
          </a:graphicData>
        </a:graphic>
      </p:graphicFrame>
      <p:sp>
        <p:nvSpPr>
          <p:cNvPr id="72" name="文字方塊 71">
            <a:extLst>
              <a:ext uri="{FF2B5EF4-FFF2-40B4-BE49-F238E27FC236}">
                <a16:creationId xmlns:a16="http://schemas.microsoft.com/office/drawing/2014/main" id="{38D2C7DA-4C89-AC97-BD0C-AB86A87792AB}"/>
              </a:ext>
            </a:extLst>
          </p:cNvPr>
          <p:cNvSpPr txBox="1"/>
          <p:nvPr/>
        </p:nvSpPr>
        <p:spPr>
          <a:xfrm>
            <a:off x="3510761" y="1453289"/>
            <a:ext cx="25809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Verdana" panose="020B0604030504040204" pitchFamily="34" charset="0"/>
                <a:ea typeface="Verdana" panose="020B0604030504040204" pitchFamily="34" charset="0"/>
              </a:rPr>
              <a:t>Mirror(Reflect) padding</a:t>
            </a:r>
            <a:endParaRPr lang="zh-TW" altLang="en-US" sz="1600" dirty="0">
              <a:latin typeface="Verdana" panose="020B0604030504040204" pitchFamily="34" charset="0"/>
            </a:endParaRPr>
          </a:p>
        </p:txBody>
      </p:sp>
      <p:graphicFrame>
        <p:nvGraphicFramePr>
          <p:cNvPr id="83" name="表格 82">
            <a:extLst>
              <a:ext uri="{FF2B5EF4-FFF2-40B4-BE49-F238E27FC236}">
                <a16:creationId xmlns:a16="http://schemas.microsoft.com/office/drawing/2014/main" id="{DCDE1FBE-D875-E19E-6D24-6DF1664AA60D}"/>
              </a:ext>
            </a:extLst>
          </p:cNvPr>
          <p:cNvGraphicFramePr>
            <a:graphicFrameLocks noGrp="1"/>
          </p:cNvGraphicFramePr>
          <p:nvPr/>
        </p:nvGraphicFramePr>
        <p:xfrm>
          <a:off x="881876" y="4524435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">
                  <a:extLst>
                    <a:ext uri="{9D8B030D-6E8A-4147-A177-3AD203B41FA5}">
                      <a16:colId xmlns:a16="http://schemas.microsoft.com/office/drawing/2014/main" val="3453409995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1869845323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982501817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4086394801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895595759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989291617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080241219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85979821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50572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14043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77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17194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96087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24206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47124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01156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53133"/>
                  </a:ext>
                </a:extLst>
              </a:tr>
            </a:tbl>
          </a:graphicData>
        </a:graphic>
      </p:graphicFrame>
      <p:sp>
        <p:nvSpPr>
          <p:cNvPr id="92" name="文字方塊 91">
            <a:extLst>
              <a:ext uri="{FF2B5EF4-FFF2-40B4-BE49-F238E27FC236}">
                <a16:creationId xmlns:a16="http://schemas.microsoft.com/office/drawing/2014/main" id="{DEB6327E-3039-1259-C105-749D41D3C974}"/>
              </a:ext>
            </a:extLst>
          </p:cNvPr>
          <p:cNvSpPr txBox="1"/>
          <p:nvPr/>
        </p:nvSpPr>
        <p:spPr>
          <a:xfrm>
            <a:off x="953478" y="4185881"/>
            <a:ext cx="1997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Verdana" panose="020B0604030504040204" pitchFamily="34" charset="0"/>
                <a:ea typeface="Verdana" panose="020B0604030504040204" pitchFamily="34" charset="0"/>
              </a:rPr>
              <a:t>Constant padding</a:t>
            </a:r>
            <a:endParaRPr lang="zh-TW" altLang="en-US" sz="1600" dirty="0">
              <a:latin typeface="Verdana" panose="020B0604030504040204" pitchFamily="34" charset="0"/>
            </a:endParaRPr>
          </a:p>
        </p:txBody>
      </p:sp>
      <p:graphicFrame>
        <p:nvGraphicFramePr>
          <p:cNvPr id="94" name="表格 93">
            <a:extLst>
              <a:ext uri="{FF2B5EF4-FFF2-40B4-BE49-F238E27FC236}">
                <a16:creationId xmlns:a16="http://schemas.microsoft.com/office/drawing/2014/main" id="{E961D42A-10F3-0C49-A4E4-8373290B2E04}"/>
              </a:ext>
            </a:extLst>
          </p:cNvPr>
          <p:cNvGraphicFramePr>
            <a:graphicFrameLocks noGrp="1"/>
          </p:cNvGraphicFramePr>
          <p:nvPr/>
        </p:nvGraphicFramePr>
        <p:xfrm>
          <a:off x="6587528" y="1857435"/>
          <a:ext cx="2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">
                  <a:extLst>
                    <a:ext uri="{9D8B030D-6E8A-4147-A177-3AD203B41FA5}">
                      <a16:colId xmlns:a16="http://schemas.microsoft.com/office/drawing/2014/main" val="3453409995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1869845323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982501817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4086394801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895595759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989291617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080241219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85979821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50572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77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77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14043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77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56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77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17194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93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96087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242066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47124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66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67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01156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99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88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53133"/>
                  </a:ext>
                </a:extLst>
              </a:tr>
            </a:tbl>
          </a:graphicData>
        </a:graphic>
      </p:graphicFrame>
      <p:sp>
        <p:nvSpPr>
          <p:cNvPr id="95" name="文字方塊 94">
            <a:extLst>
              <a:ext uri="{FF2B5EF4-FFF2-40B4-BE49-F238E27FC236}">
                <a16:creationId xmlns:a16="http://schemas.microsoft.com/office/drawing/2014/main" id="{D4F8A06C-B217-EAA8-ED91-AC8BA53C542D}"/>
              </a:ext>
            </a:extLst>
          </p:cNvPr>
          <p:cNvSpPr txBox="1"/>
          <p:nvPr/>
        </p:nvSpPr>
        <p:spPr>
          <a:xfrm>
            <a:off x="6735631" y="1453289"/>
            <a:ext cx="2011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Verdana" panose="020B0604030504040204" pitchFamily="34" charset="0"/>
                <a:ea typeface="Verdana" panose="020B0604030504040204" pitchFamily="34" charset="0"/>
              </a:rPr>
              <a:t>Replicate padding</a:t>
            </a:r>
            <a:endParaRPr lang="zh-TW" altLang="en-US" sz="1600" dirty="0">
              <a:latin typeface="Verdana" panose="020B0604030504040204" pitchFamily="34" charset="0"/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398E9D05-DC0D-E94F-AA9C-7E1913BA43E4}"/>
              </a:ext>
            </a:extLst>
          </p:cNvPr>
          <p:cNvSpPr txBox="1"/>
          <p:nvPr/>
        </p:nvSpPr>
        <p:spPr>
          <a:xfrm>
            <a:off x="5360208" y="5435158"/>
            <a:ext cx="14414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Verdana" panose="020B0604030504040204" pitchFamily="34" charset="0"/>
                <a:ea typeface="Verdana" panose="020B0604030504040204" pitchFamily="34" charset="0"/>
              </a:rPr>
              <a:t>Input image</a:t>
            </a:r>
            <a:endParaRPr lang="zh-TW" altLang="en-US" sz="16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460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093C79-4A75-48F8-BC84-D332B537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315"/>
          </a:xfrm>
        </p:spPr>
        <p:txBody>
          <a:bodyPr>
            <a:normAutofit fontScale="90000"/>
          </a:bodyPr>
          <a:lstStyle/>
          <a:p>
            <a:r>
              <a:rPr lang="en-US" altLang="zh-TW" b="1" dirty="0"/>
              <a:t>Pooling Layer (POOL)</a:t>
            </a:r>
            <a:endParaRPr lang="en-US" altLang="zh-TW" dirty="0">
              <a:ea typeface="標楷體" panose="03000509000000000000" pitchFamily="65" charset="-120"/>
            </a:endParaRP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31F81E29-B879-44EB-BA4E-36EB448733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5333794"/>
              </p:ext>
            </p:extLst>
          </p:nvPr>
        </p:nvGraphicFramePr>
        <p:xfrm>
          <a:off x="838200" y="1023441"/>
          <a:ext cx="10561320" cy="5340951"/>
        </p:xfrm>
        <a:graphic>
          <a:graphicData uri="http://schemas.openxmlformats.org/drawingml/2006/table">
            <a:tbl>
              <a:tblPr/>
              <a:tblGrid>
                <a:gridCol w="1872727">
                  <a:extLst>
                    <a:ext uri="{9D8B030D-6E8A-4147-A177-3AD203B41FA5}">
                      <a16:colId xmlns:a16="http://schemas.microsoft.com/office/drawing/2014/main" val="3607684895"/>
                    </a:ext>
                  </a:extLst>
                </a:gridCol>
                <a:gridCol w="4539727">
                  <a:extLst>
                    <a:ext uri="{9D8B030D-6E8A-4147-A177-3AD203B41FA5}">
                      <a16:colId xmlns:a16="http://schemas.microsoft.com/office/drawing/2014/main" val="2413837863"/>
                    </a:ext>
                  </a:extLst>
                </a:gridCol>
                <a:gridCol w="4148866">
                  <a:extLst>
                    <a:ext uri="{9D8B030D-6E8A-4147-A177-3AD203B41FA5}">
                      <a16:colId xmlns:a16="http://schemas.microsoft.com/office/drawing/2014/main" val="1558171186"/>
                    </a:ext>
                  </a:extLst>
                </a:gridCol>
              </a:tblGrid>
              <a:tr h="342544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Type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Max pooling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Average pooling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897038"/>
                  </a:ext>
                </a:extLst>
              </a:tr>
              <a:tr h="616333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Purpose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Each pooling operation selects the maximum value of the current view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Each pooling operation averages the values of the current view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903453"/>
                  </a:ext>
                </a:extLst>
              </a:tr>
              <a:tr h="310769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Illustration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826184"/>
                  </a:ext>
                </a:extLst>
              </a:tr>
              <a:tr h="1181699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</a:rPr>
                        <a:t>Comments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• Preserves detected features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• Most commonly used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• </a:t>
                      </a:r>
                      <a:r>
                        <a:rPr lang="en-US" dirty="0" err="1">
                          <a:effectLst/>
                        </a:rPr>
                        <a:t>Downsamples</a:t>
                      </a:r>
                      <a:r>
                        <a:rPr lang="en-US" dirty="0">
                          <a:effectLst/>
                        </a:rPr>
                        <a:t> feature map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• Used in </a:t>
                      </a:r>
                      <a:r>
                        <a:rPr lang="en-US" dirty="0" err="1">
                          <a:effectLst/>
                        </a:rPr>
                        <a:t>LeNet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663906"/>
                  </a:ext>
                </a:extLst>
              </a:tr>
            </a:tbl>
          </a:graphicData>
        </a:graphic>
      </p:graphicFrame>
      <p:pic>
        <p:nvPicPr>
          <p:cNvPr id="3073" name="Picture 1" descr="https://stanford.edu/~shervine/teaching/cs-230/illustrations/max-pooling-a.png?711b14799d07f9306864695e2713ae07">
            <a:extLst>
              <a:ext uri="{FF2B5EF4-FFF2-40B4-BE49-F238E27FC236}">
                <a16:creationId xmlns:a16="http://schemas.microsoft.com/office/drawing/2014/main" id="{EC4FDB25-D9C2-4E84-ABC7-E8356EC04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922" y="2238318"/>
            <a:ext cx="4205061" cy="2911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ttps://stanford.edu/~shervine/teaching/cs-230/illustrations/average-pooling-a.png?58f9ab6d61248c3ec8d526ef65763d2f">
            <a:extLst>
              <a:ext uri="{FF2B5EF4-FFF2-40B4-BE49-F238E27FC236}">
                <a16:creationId xmlns:a16="http://schemas.microsoft.com/office/drawing/2014/main" id="{EE45B119-35F8-449D-9CE5-B8DA42989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287" y="2238318"/>
            <a:ext cx="3983203" cy="275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099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093C79-4A75-48F8-BC84-D332B537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b="1" dirty="0"/>
              <a:t>Fully-Connected Layer (FC)</a:t>
            </a:r>
            <a:endParaRPr lang="en-US" altLang="zh-TW" dirty="0">
              <a:ea typeface="標楷體" panose="03000509000000000000" pitchFamily="65" charset="-120"/>
            </a:endParaRPr>
          </a:p>
        </p:txBody>
      </p:sp>
      <p:pic>
        <p:nvPicPr>
          <p:cNvPr id="4098" name="Picture 2" descr="https://stanford.edu/~shervine/teaching/cs-230/illustrations/fully-connected-ltr.png?32caf9e07c79d652faa292812579d063">
            <a:extLst>
              <a:ext uri="{FF2B5EF4-FFF2-40B4-BE49-F238E27FC236}">
                <a16:creationId xmlns:a16="http://schemas.microsoft.com/office/drawing/2014/main" id="{E254D168-2D49-4499-A4FA-5537D550F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2104913"/>
            <a:ext cx="1047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63C797C-5A5A-4FAD-BD11-BF091C2722E2}"/>
              </a:ext>
            </a:extLst>
          </p:cNvPr>
          <p:cNvSpPr/>
          <p:nvPr/>
        </p:nvSpPr>
        <p:spPr>
          <a:xfrm>
            <a:off x="3248467" y="1690688"/>
            <a:ext cx="1693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24292E"/>
                </a:solidFill>
                <a:latin typeface="-apple-system"/>
              </a:rPr>
              <a:t> flattened input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90812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35AA31-C31D-4182-AD78-977FDE70E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Standard Convolution: filters always extend the full depth of the input volume</a:t>
            </a:r>
            <a:endParaRPr lang="zh-TW" altLang="en-US" dirty="0"/>
          </a:p>
        </p:txBody>
      </p:sp>
      <p:pic>
        <p:nvPicPr>
          <p:cNvPr id="10242" name="Picture 2" descr="https://machinelearningmastery.com/wp-content/uploads/2022/06/normal_convolution.png">
            <a:extLst>
              <a:ext uri="{FF2B5EF4-FFF2-40B4-BE49-F238E27FC236}">
                <a16:creationId xmlns:a16="http://schemas.microsoft.com/office/drawing/2014/main" id="{561889BA-90A6-433B-BB73-7919FD4E7F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2" y="2463006"/>
            <a:ext cx="10429875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620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5E3E85-DD7B-428E-85DE-BB757051C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Depth-wise Convolution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65C21A-0C19-4EE6-A7E8-440C37034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2290" name="Picture 2" descr="https://machinelearningmastery.com/wp-content/uploads/2022/06/depthwise_green.png">
            <a:extLst>
              <a:ext uri="{FF2B5EF4-FFF2-40B4-BE49-F238E27FC236}">
                <a16:creationId xmlns:a16="http://schemas.microsoft.com/office/drawing/2014/main" id="{3A3E946B-D97F-4B52-9E3D-AEB10A318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524" y="1627101"/>
            <a:ext cx="765878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https://machinelearningmastery.com/wp-content/uploads/2022/06/depthwise_combined.png">
            <a:extLst>
              <a:ext uri="{FF2B5EF4-FFF2-40B4-BE49-F238E27FC236}">
                <a16:creationId xmlns:a16="http://schemas.microsoft.com/office/drawing/2014/main" id="{FF333E2A-0642-4DBE-92EA-FB874B3C1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524" y="4016963"/>
            <a:ext cx="7824904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1446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65AC38-8D63-492F-8EAE-6EEC9B62F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Pixel-wise Convolution (1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×</a:t>
            </a:r>
            <a:r>
              <a:rPr lang="en-US" altLang="zh-TW" dirty="0"/>
              <a:t>1 filter)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526249-A995-415B-B11B-79969031F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266" name="Picture 2" descr="https://machinelearningmastery.com/wp-content/uploads/2022/06/pointwise.png">
            <a:extLst>
              <a:ext uri="{FF2B5EF4-FFF2-40B4-BE49-F238E27FC236}">
                <a16:creationId xmlns:a16="http://schemas.microsoft.com/office/drawing/2014/main" id="{3D6898D5-5303-462F-B0BE-7ACE0A21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676" y="2921294"/>
            <a:ext cx="9119735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324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0BB9D9-A75C-49F0-B230-AD2F976FE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48522"/>
          </a:xfrm>
        </p:spPr>
        <p:txBody>
          <a:bodyPr>
            <a:normAutofit/>
          </a:bodyPr>
          <a:lstStyle/>
          <a:p>
            <a:r>
              <a:rPr lang="en-US" altLang="zh-TW" b="1" dirty="0"/>
              <a:t>Depth-wise Separable Convolutions</a:t>
            </a:r>
            <a:br>
              <a:rPr lang="en-US" altLang="zh-TW" b="1" dirty="0"/>
            </a:br>
            <a:br>
              <a:rPr lang="en-US" altLang="zh-TW" sz="1800" dirty="0"/>
            </a:br>
            <a:r>
              <a:rPr lang="en-US" altLang="zh-TW" sz="1800" dirty="0"/>
              <a:t>https://machinelearningmastery.com/using-depthwise-separable-convolutions-in-tensorflow/</a:t>
            </a:r>
            <a:endParaRPr lang="zh-TW" altLang="en-US" sz="1800" dirty="0"/>
          </a:p>
        </p:txBody>
      </p:sp>
      <p:pic>
        <p:nvPicPr>
          <p:cNvPr id="9218" name="Picture 2" descr="https://production-media.paperswithcode.com/methods/Screen_Shot_2020-05-31_at_10.30.20_PM.png">
            <a:extLst>
              <a:ext uri="{FF2B5EF4-FFF2-40B4-BE49-F238E27FC236}">
                <a16:creationId xmlns:a16="http://schemas.microsoft.com/office/drawing/2014/main" id="{9804531C-1465-487A-AE05-AA20AFB37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54" y="1613648"/>
            <a:ext cx="10934700" cy="521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562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0A28EC-F9FB-458D-B035-19A16EDC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Convolution Operation with Multiple Filters</a:t>
            </a:r>
            <a:endParaRPr lang="zh-TW" altLang="en-US" dirty="0"/>
          </a:p>
        </p:txBody>
      </p:sp>
      <p:pic>
        <p:nvPicPr>
          <p:cNvPr id="14338" name="Picture 2" descr="https://miro.medium.com/v2/resize:fit:700/1*lYvX3pDGqLcIRJ7fg1lGmQ.png">
            <a:extLst>
              <a:ext uri="{FF2B5EF4-FFF2-40B4-BE49-F238E27FC236}">
                <a16:creationId xmlns:a16="http://schemas.microsoft.com/office/drawing/2014/main" id="{516CA8A1-6AC4-43EC-805C-D3D21FF3E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04" y="2177190"/>
            <a:ext cx="11156776" cy="3793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1855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292BC1-3556-43BD-B94E-54B9E68C5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0386"/>
            <a:ext cx="10515600" cy="1404013"/>
          </a:xfrm>
        </p:spPr>
        <p:txBody>
          <a:bodyPr>
            <a:normAutofit/>
          </a:bodyPr>
          <a:lstStyle/>
          <a:p>
            <a:r>
              <a:rPr lang="en-US" altLang="zh-TW" dirty="0"/>
              <a:t>torch.nn.Conv2d()     padding</a:t>
            </a:r>
            <a:br>
              <a:rPr lang="en-US" altLang="zh-TW" dirty="0"/>
            </a:br>
            <a:endParaRPr lang="zh-TW" altLang="en-US" sz="22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FFDF645-B08A-48D6-A2ED-73783AE63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009257"/>
              </p:ext>
            </p:extLst>
          </p:nvPr>
        </p:nvGraphicFramePr>
        <p:xfrm>
          <a:off x="278372" y="3052179"/>
          <a:ext cx="10962057" cy="3248423"/>
        </p:xfrm>
        <a:graphic>
          <a:graphicData uri="http://schemas.openxmlformats.org/drawingml/2006/table">
            <a:tbl>
              <a:tblPr/>
              <a:tblGrid>
                <a:gridCol w="1260007">
                  <a:extLst>
                    <a:ext uri="{9D8B030D-6E8A-4147-A177-3AD203B41FA5}">
                      <a16:colId xmlns:a16="http://schemas.microsoft.com/office/drawing/2014/main" val="1061096515"/>
                    </a:ext>
                  </a:extLst>
                </a:gridCol>
                <a:gridCol w="3108016">
                  <a:extLst>
                    <a:ext uri="{9D8B030D-6E8A-4147-A177-3AD203B41FA5}">
                      <a16:colId xmlns:a16="http://schemas.microsoft.com/office/drawing/2014/main" val="1282849223"/>
                    </a:ext>
                  </a:extLst>
                </a:gridCol>
                <a:gridCol w="3297017">
                  <a:extLst>
                    <a:ext uri="{9D8B030D-6E8A-4147-A177-3AD203B41FA5}">
                      <a16:colId xmlns:a16="http://schemas.microsoft.com/office/drawing/2014/main" val="978133941"/>
                    </a:ext>
                  </a:extLst>
                </a:gridCol>
                <a:gridCol w="3297017">
                  <a:extLst>
                    <a:ext uri="{9D8B030D-6E8A-4147-A177-3AD203B41FA5}">
                      <a16:colId xmlns:a16="http://schemas.microsoft.com/office/drawing/2014/main" val="1535776355"/>
                    </a:ext>
                  </a:extLst>
                </a:gridCol>
              </a:tblGrid>
              <a:tr h="27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</a:rPr>
                        <a:t>Mode</a:t>
                      </a:r>
                      <a:endParaRPr lang="en-US" sz="1800" dirty="0">
                        <a:effectLst/>
                      </a:endParaRPr>
                    </a:p>
                  </a:txBody>
                  <a:tcPr marL="111178" marR="111178" marT="51313" marB="51313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valid</a:t>
                      </a:r>
                    </a:p>
                  </a:txBody>
                  <a:tcPr marL="111178" marR="111178" marT="51313" marB="51313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same</a:t>
                      </a:r>
                    </a:p>
                  </a:txBody>
                  <a:tcPr marL="111178" marR="111178" marT="51313" marB="51313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full</a:t>
                      </a:r>
                    </a:p>
                  </a:txBody>
                  <a:tcPr marL="111178" marR="111178" marT="51313" marB="51313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960620"/>
                  </a:ext>
                </a:extLst>
              </a:tr>
              <a:tr h="2871477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effectLst/>
                        </a:rPr>
                        <a:t>Illustration</a:t>
                      </a:r>
                      <a:endParaRPr lang="en-US" sz="1800">
                        <a:effectLst/>
                      </a:endParaRPr>
                    </a:p>
                  </a:txBody>
                  <a:tcPr marL="111178" marR="111178" marT="51313" marB="51313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effectLst/>
                      </a:endParaRPr>
                    </a:p>
                  </a:txBody>
                  <a:tcPr marL="111178" marR="111178" marT="51313" marB="51313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effectLst/>
                      </a:endParaRPr>
                    </a:p>
                  </a:txBody>
                  <a:tcPr marL="111178" marR="111178" marT="51313" marB="51313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effectLst/>
                      </a:endParaRPr>
                    </a:p>
                  </a:txBody>
                  <a:tcPr marL="111178" marR="111178" marT="51313" marB="51313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552634"/>
                  </a:ext>
                </a:extLst>
              </a:tr>
            </a:tbl>
          </a:graphicData>
        </a:graphic>
      </p:graphicFrame>
      <p:pic>
        <p:nvPicPr>
          <p:cNvPr id="8196" name="Picture 4" descr="https://pic4.zhimg.com/v2-080521c3a55393fb3f4d90c92eeb744b_r.jpg">
            <a:extLst>
              <a:ext uri="{FF2B5EF4-FFF2-40B4-BE49-F238E27FC236}">
                <a16:creationId xmlns:a16="http://schemas.microsoft.com/office/drawing/2014/main" id="{9E5925DC-15BB-41AE-848D-F06A83559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641" y="3620151"/>
            <a:ext cx="2733874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ttps://pic4.zhimg.com/v2-3a0dcec25b7e92e35b47141b725bb80f_r.jpg">
            <a:extLst>
              <a:ext uri="{FF2B5EF4-FFF2-40B4-BE49-F238E27FC236}">
                <a16:creationId xmlns:a16="http://schemas.microsoft.com/office/drawing/2014/main" id="{B70CE98E-E3B0-4D1E-8DA2-FE3CFD92C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424" y="3620151"/>
            <a:ext cx="2715277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74CAE2C5-8E67-4545-AD4C-E6B4BD0ED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5516" y="234660"/>
            <a:ext cx="4161684" cy="19697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400" b="1" i="0" u="none" strike="noStrike" cap="none" normalizeH="0" baseline="0" dirty="0">
                <a:ln>
                  <a:noFill/>
                </a:ln>
                <a:solidFill>
                  <a:srgbClr val="6C6C6D"/>
                </a:solidFill>
                <a:effectLst/>
                <a:latin typeface="Arial Unicode MS"/>
                <a:ea typeface="IBMPlexMono"/>
              </a:rPr>
              <a:t>padding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ea typeface="FreightSans"/>
              </a:rPr>
              <a:t> </a:t>
            </a:r>
            <a:r>
              <a:rPr kumimoji="0" lang="zh-TW" altLang="zh-TW" sz="1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controls the amount of padding applied to the input. It can be either a string {‘valid’, ‘same’} or an int / a tuple of ints giving the amount of implicit padding applied on both sides.</a:t>
            </a:r>
            <a:endParaRPr kumimoji="0" lang="en-US" altLang="zh-TW" sz="1400" b="0" i="0" u="none" strike="noStrike" cap="none" normalizeH="0" baseline="0" dirty="0">
              <a:ln>
                <a:noFill/>
              </a:ln>
              <a:solidFill>
                <a:srgbClr val="262626"/>
              </a:solidFill>
              <a:effectLst/>
              <a:latin typeface="Arial" panose="020B0604020202020204" pitchFamily="34" charset="0"/>
              <a:ea typeface="Freight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zh-TW" b="0" i="0" u="none" strike="noStrike" cap="none" normalizeH="0" baseline="0" dirty="0">
              <a:ln>
                <a:noFill/>
              </a:ln>
              <a:solidFill>
                <a:srgbClr val="262626"/>
              </a:solidFill>
              <a:effectLst/>
              <a:latin typeface="Arial" panose="020B0604020202020204" pitchFamily="34" charset="0"/>
              <a:ea typeface="Freight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zh-TW" altLang="zh-TW" b="0" i="0" u="none" strike="noStrike" cap="none" normalizeH="0" baseline="0" dirty="0">
              <a:ln>
                <a:noFill/>
              </a:ln>
              <a:solidFill>
                <a:srgbClr val="262626"/>
              </a:solidFill>
              <a:effectLst/>
              <a:latin typeface="Arial" panose="020B0604020202020204" pitchFamily="34" charset="0"/>
              <a:ea typeface="Freight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BD294E3D-F301-4B40-B25E-BC4EFDEFA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31" y="1625313"/>
            <a:ext cx="10875551" cy="1261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altLang="zh-TW" sz="2000" dirty="0"/>
              <a:t>torch.nn.Conv2d(</a:t>
            </a:r>
            <a:r>
              <a:rPr lang="en-US" altLang="zh-TW" sz="2000" i="1" dirty="0" err="1"/>
              <a:t>in_channels</a:t>
            </a:r>
            <a:r>
              <a:rPr lang="en-US" altLang="zh-TW" sz="2000" dirty="0"/>
              <a:t>, </a:t>
            </a:r>
            <a:r>
              <a:rPr lang="en-US" altLang="zh-TW" sz="2000" i="1" dirty="0" err="1"/>
              <a:t>out_channels</a:t>
            </a:r>
            <a:r>
              <a:rPr lang="en-US" altLang="zh-TW" sz="2000" dirty="0"/>
              <a:t>, </a:t>
            </a:r>
            <a:r>
              <a:rPr lang="en-US" altLang="zh-TW" sz="2000" i="1" dirty="0" err="1"/>
              <a:t>kernel_size</a:t>
            </a:r>
            <a:r>
              <a:rPr lang="en-US" altLang="zh-TW" sz="2000" dirty="0"/>
              <a:t>, </a:t>
            </a:r>
            <a:r>
              <a:rPr lang="en-US" altLang="zh-TW" sz="2000" i="1" dirty="0"/>
              <a:t>stride=1</a:t>
            </a:r>
            <a:r>
              <a:rPr lang="en-US" altLang="zh-TW" sz="2000" dirty="0"/>
              <a:t>, </a:t>
            </a:r>
            <a:r>
              <a:rPr lang="en-US" altLang="zh-TW" sz="2000" i="1" dirty="0"/>
              <a:t>padding=0</a:t>
            </a:r>
            <a:r>
              <a:rPr lang="en-US" altLang="zh-TW" sz="2000" dirty="0"/>
              <a:t>, </a:t>
            </a:r>
            <a:r>
              <a:rPr lang="en-US" altLang="zh-TW" sz="2000" i="1" dirty="0"/>
              <a:t>dilation=1</a:t>
            </a:r>
            <a:r>
              <a:rPr lang="en-US" altLang="zh-TW" sz="2000" dirty="0"/>
              <a:t>, </a:t>
            </a:r>
            <a:r>
              <a:rPr lang="en-US" altLang="zh-TW" sz="2000" i="1" dirty="0"/>
              <a:t>groups=1</a:t>
            </a:r>
            <a:r>
              <a:rPr lang="en-US" altLang="zh-TW" sz="2000" dirty="0"/>
              <a:t>, </a:t>
            </a:r>
            <a:r>
              <a:rPr lang="en-US" altLang="zh-TW" sz="2000" i="1" dirty="0"/>
              <a:t>bias=True</a:t>
            </a:r>
            <a:r>
              <a:rPr lang="en-US" altLang="zh-TW" sz="2000" dirty="0"/>
              <a:t>, </a:t>
            </a:r>
            <a:r>
              <a:rPr lang="en-US" altLang="zh-TW" sz="2000" i="1" dirty="0" err="1"/>
              <a:t>padding_mode</a:t>
            </a:r>
            <a:r>
              <a:rPr lang="en-US" altLang="zh-TW" sz="2000" i="1" dirty="0"/>
              <a:t>='zeros'</a:t>
            </a:r>
            <a:r>
              <a:rPr lang="en-US" altLang="zh-TW" sz="2000" dirty="0"/>
              <a:t>, </a:t>
            </a:r>
            <a:r>
              <a:rPr lang="en-US" altLang="zh-TW" sz="2000" i="1" dirty="0"/>
              <a:t>device=None</a:t>
            </a:r>
            <a:r>
              <a:rPr lang="en-US" altLang="zh-TW" sz="2000" dirty="0"/>
              <a:t>, </a:t>
            </a:r>
            <a:r>
              <a:rPr lang="en-US" altLang="zh-TW" sz="2000" i="1" dirty="0" err="1"/>
              <a:t>dtype</a:t>
            </a:r>
            <a:r>
              <a:rPr lang="en-US" altLang="zh-TW" sz="2000" i="1" dirty="0"/>
              <a:t>=None</a:t>
            </a:r>
            <a:r>
              <a:rPr lang="en-US" altLang="zh-TW" sz="2000" dirty="0"/>
              <a:t>)</a:t>
            </a: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padding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 (</a:t>
            </a:r>
            <a:r>
              <a:rPr kumimoji="0" lang="zh-TW" altLang="zh-TW" sz="1600" b="0" i="1" u="none" strike="noStrike" cap="none" normalizeH="0" baseline="0" dirty="0">
                <a:ln>
                  <a:noFill/>
                </a:ln>
                <a:solidFill>
                  <a:srgbClr val="EE4C2C"/>
                </a:solidFill>
                <a:effectLst/>
                <a:latin typeface="Arial" panose="020B0604020202020204" pitchFamily="34" charset="0"/>
                <a:ea typeface="FreightSans"/>
                <a:hlinkClick r:id="rId4" tooltip="(in Python v3.11)"/>
              </a:rPr>
              <a:t>int</a:t>
            </a:r>
            <a:r>
              <a:rPr kumimoji="0" lang="zh-TW" altLang="zh-TW" sz="1600" b="0" i="1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, </a:t>
            </a:r>
            <a:r>
              <a:rPr kumimoji="0" lang="zh-TW" altLang="zh-TW" sz="1600" b="0" i="1" u="none" strike="noStrike" cap="none" normalizeH="0" baseline="0" dirty="0">
                <a:ln>
                  <a:noFill/>
                </a:ln>
                <a:solidFill>
                  <a:srgbClr val="EE4C2C"/>
                </a:solidFill>
                <a:effectLst/>
                <a:latin typeface="Arial" panose="020B0604020202020204" pitchFamily="34" charset="0"/>
                <a:ea typeface="FreightSans"/>
                <a:hlinkClick r:id="rId5" tooltip="(in Python v3.11)"/>
              </a:rPr>
              <a:t>tuple</a:t>
            </a:r>
            <a:r>
              <a:rPr kumimoji="0" lang="zh-TW" altLang="zh-TW" sz="1600" b="0" i="1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 or </a:t>
            </a:r>
            <a:r>
              <a:rPr kumimoji="0" lang="zh-TW" altLang="zh-TW" sz="1600" b="0" i="1" u="none" strike="noStrike" cap="none" normalizeH="0" baseline="0" dirty="0">
                <a:ln>
                  <a:noFill/>
                </a:ln>
                <a:solidFill>
                  <a:srgbClr val="EE4C2C"/>
                </a:solidFill>
                <a:effectLst/>
                <a:latin typeface="Arial" panose="020B0604020202020204" pitchFamily="34" charset="0"/>
                <a:ea typeface="FreightSans"/>
                <a:hlinkClick r:id="rId6" tooltip="(in Python v3.11)"/>
              </a:rPr>
              <a:t>str</a:t>
            </a:r>
            <a:r>
              <a:rPr kumimoji="0" lang="zh-TW" altLang="zh-TW" sz="1600" b="0" i="1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, optional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) – Padding added to all four sides of the input. Default: 0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600" b="1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padding_mode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 (</a:t>
            </a:r>
            <a:r>
              <a:rPr kumimoji="0" lang="zh-TW" altLang="zh-TW" sz="1600" b="0" i="1" u="none" strike="noStrike" cap="none" normalizeH="0" baseline="0" dirty="0">
                <a:ln>
                  <a:noFill/>
                </a:ln>
                <a:solidFill>
                  <a:srgbClr val="EE4C2C"/>
                </a:solidFill>
                <a:effectLst/>
                <a:latin typeface="Arial" panose="020B0604020202020204" pitchFamily="34" charset="0"/>
                <a:ea typeface="FreightSans"/>
                <a:hlinkClick r:id="rId6" tooltip="(in Python v3.11)"/>
              </a:rPr>
              <a:t>str</a:t>
            </a:r>
            <a:r>
              <a:rPr kumimoji="0" lang="zh-TW" altLang="zh-TW" sz="1600" b="0" i="1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, optional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) – 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6C6C6D"/>
                </a:solidFill>
                <a:effectLst/>
                <a:latin typeface="Arial Unicode MS"/>
                <a:ea typeface="IBMPlexMono"/>
              </a:rPr>
              <a:t>'zeros'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ea typeface="FreightSans"/>
              </a:rPr>
              <a:t>,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 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6C6C6D"/>
                </a:solidFill>
                <a:effectLst/>
                <a:latin typeface="Arial Unicode MS"/>
                <a:ea typeface="IBMPlexMono"/>
              </a:rPr>
              <a:t>'reflect'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ea typeface="FreightSans"/>
              </a:rPr>
              <a:t>,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 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6C6C6D"/>
                </a:solidFill>
                <a:effectLst/>
                <a:latin typeface="Arial Unicode MS"/>
                <a:ea typeface="IBMPlexMono"/>
              </a:rPr>
              <a:t>'replicate'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ea typeface="FreightSans"/>
              </a:rPr>
              <a:t> 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or 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6C6C6D"/>
                </a:solidFill>
                <a:effectLst/>
                <a:latin typeface="Arial Unicode MS"/>
                <a:ea typeface="IBMPlexMono"/>
              </a:rPr>
              <a:t>'circular'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ea typeface="FreightSans"/>
              </a:rPr>
              <a:t>. Default: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  <a:ea typeface="FreightSans"/>
              </a:rPr>
              <a:t> </a:t>
            </a:r>
            <a:r>
              <a:rPr kumimoji="0" lang="zh-TW" altLang="zh-TW" sz="1600" b="0" i="0" u="none" strike="noStrike" cap="none" normalizeH="0" baseline="0" dirty="0">
                <a:ln>
                  <a:noFill/>
                </a:ln>
                <a:solidFill>
                  <a:srgbClr val="6C6C6D"/>
                </a:solidFill>
                <a:effectLst/>
                <a:latin typeface="Arial Unicode MS"/>
                <a:ea typeface="IBMPlexMono"/>
              </a:rPr>
              <a:t>'zeros'</a:t>
            </a:r>
            <a:endParaRPr kumimoji="0" lang="zh-TW" altLang="zh-TW" sz="1600" b="0" i="0" u="none" strike="noStrike" cap="none" normalizeH="0" baseline="0" dirty="0">
              <a:ln>
                <a:noFill/>
              </a:ln>
              <a:solidFill>
                <a:srgbClr val="262626"/>
              </a:solidFill>
              <a:effectLst/>
              <a:ea typeface="FreightSans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15399FE-F34B-171B-9D7A-0920179F2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009" y="3648271"/>
            <a:ext cx="2739528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759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25A2FD-BCD9-4416-B772-2F697768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Stride</a:t>
            </a:r>
            <a:endParaRPr lang="zh-TW" altLang="en-US" dirty="0"/>
          </a:p>
        </p:txBody>
      </p:sp>
      <p:pic>
        <p:nvPicPr>
          <p:cNvPr id="6146" name="Picture 2" descr="https://stanford.edu/~shervine/teaching/cs-230/illustrations/stride.png?36b5b2e02f7e02c3c4075a9d836c048c">
            <a:extLst>
              <a:ext uri="{FF2B5EF4-FFF2-40B4-BE49-F238E27FC236}">
                <a16:creationId xmlns:a16="http://schemas.microsoft.com/office/drawing/2014/main" id="{6EDC6167-4D7E-49BD-9A54-0D4074F1E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2387861"/>
            <a:ext cx="11525250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D035F46-468D-491F-8B6B-320B6465A668}"/>
              </a:ext>
            </a:extLst>
          </p:cNvPr>
          <p:cNvSpPr/>
          <p:nvPr/>
        </p:nvSpPr>
        <p:spPr>
          <a:xfrm>
            <a:off x="333375" y="4293252"/>
            <a:ext cx="113924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24292E"/>
                </a:solidFill>
                <a:latin typeface="-apple-system"/>
              </a:rPr>
              <a:t>For a convolutional or a pooling operation, the stride </a:t>
            </a:r>
            <a:r>
              <a:rPr lang="en-US" altLang="zh-TW" sz="2400" i="1" dirty="0">
                <a:solidFill>
                  <a:srgbClr val="24292E"/>
                </a:solidFill>
                <a:latin typeface="KaTeX_Math"/>
              </a:rPr>
              <a:t>S</a:t>
            </a:r>
            <a:r>
              <a:rPr lang="en-US" altLang="zh-TW" sz="2400" dirty="0">
                <a:solidFill>
                  <a:srgbClr val="24292E"/>
                </a:solidFill>
                <a:latin typeface="-apple-system"/>
              </a:rPr>
              <a:t> denotes the number of pixels by which the window moves after each operation.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01335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0950F-EB7F-4C65-8EDC-4802131E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Filter hyperparameters</a:t>
            </a:r>
            <a:endParaRPr lang="zh-TW" altLang="en-US" dirty="0"/>
          </a:p>
        </p:txBody>
      </p:sp>
      <p:pic>
        <p:nvPicPr>
          <p:cNvPr id="5122" name="Picture 2" descr="https://stanford.edu/~shervine/teaching/cs-230/illustrations/dimensions-filter-en.png?7ce161e129a392a1804a231536b59f45">
            <a:extLst>
              <a:ext uri="{FF2B5EF4-FFF2-40B4-BE49-F238E27FC236}">
                <a16:creationId xmlns:a16="http://schemas.microsoft.com/office/drawing/2014/main" id="{9FEF9A6C-3731-4007-A2D5-987223B08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1" y="1690688"/>
            <a:ext cx="12192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2A9C96C-9C21-417E-8D8A-54CCBAF279B9}"/>
              </a:ext>
            </a:extLst>
          </p:cNvPr>
          <p:cNvSpPr/>
          <p:nvPr/>
        </p:nvSpPr>
        <p:spPr>
          <a:xfrm>
            <a:off x="401619" y="4428648"/>
            <a:ext cx="1103376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24292E"/>
                </a:solidFill>
                <a:latin typeface="-apple-system"/>
              </a:rPr>
              <a:t>A filter of size </a:t>
            </a:r>
            <a:r>
              <a:rPr lang="en-US" altLang="zh-TW" sz="2000" i="1" dirty="0">
                <a:solidFill>
                  <a:srgbClr val="24292E"/>
                </a:solidFill>
                <a:latin typeface="KaTeX_Math"/>
              </a:rPr>
              <a:t>F</a:t>
            </a:r>
            <a:r>
              <a:rPr lang="en-US" altLang="zh-TW" sz="2000" dirty="0">
                <a:solidFill>
                  <a:srgbClr val="24292E"/>
                </a:solidFill>
                <a:latin typeface="KaTeX_Main"/>
              </a:rPr>
              <a:t>×</a:t>
            </a:r>
            <a:r>
              <a:rPr lang="en-US" altLang="zh-TW" sz="2000" i="1" dirty="0">
                <a:solidFill>
                  <a:srgbClr val="24292E"/>
                </a:solidFill>
                <a:latin typeface="KaTeX_Math"/>
              </a:rPr>
              <a:t>F</a:t>
            </a:r>
            <a:r>
              <a:rPr lang="en-US" altLang="zh-TW" sz="2000" dirty="0">
                <a:solidFill>
                  <a:srgbClr val="24292E"/>
                </a:solidFill>
                <a:latin typeface="-apple-system"/>
              </a:rPr>
              <a:t> applied to an input containing </a:t>
            </a:r>
            <a:r>
              <a:rPr lang="en-US" altLang="zh-TW" sz="2000" i="1" dirty="0">
                <a:solidFill>
                  <a:srgbClr val="24292E"/>
                </a:solidFill>
                <a:latin typeface="KaTeX_Math"/>
              </a:rPr>
              <a:t>C</a:t>
            </a:r>
            <a:r>
              <a:rPr lang="en-US" altLang="zh-TW" sz="2000" dirty="0">
                <a:solidFill>
                  <a:srgbClr val="24292E"/>
                </a:solidFill>
                <a:latin typeface="-apple-system"/>
              </a:rPr>
              <a:t> channels is a </a:t>
            </a:r>
            <a:r>
              <a:rPr lang="en-US" altLang="zh-TW" sz="2000" i="1" dirty="0">
                <a:solidFill>
                  <a:srgbClr val="24292E"/>
                </a:solidFill>
                <a:latin typeface="KaTeX_Math"/>
              </a:rPr>
              <a:t>F</a:t>
            </a:r>
            <a:r>
              <a:rPr lang="en-US" altLang="zh-TW" sz="2000" dirty="0">
                <a:solidFill>
                  <a:srgbClr val="24292E"/>
                </a:solidFill>
                <a:latin typeface="KaTeX_Main"/>
              </a:rPr>
              <a:t>×</a:t>
            </a:r>
            <a:r>
              <a:rPr lang="en-US" altLang="zh-TW" sz="2000" i="1" dirty="0">
                <a:solidFill>
                  <a:srgbClr val="24292E"/>
                </a:solidFill>
                <a:latin typeface="KaTeX_Math"/>
              </a:rPr>
              <a:t>F</a:t>
            </a:r>
            <a:r>
              <a:rPr lang="en-US" altLang="zh-TW" sz="2000" dirty="0">
                <a:solidFill>
                  <a:srgbClr val="24292E"/>
                </a:solidFill>
                <a:latin typeface="KaTeX_Main"/>
              </a:rPr>
              <a:t>×</a:t>
            </a:r>
            <a:r>
              <a:rPr lang="en-US" altLang="zh-TW" sz="2000" i="1" dirty="0">
                <a:solidFill>
                  <a:srgbClr val="24292E"/>
                </a:solidFill>
                <a:latin typeface="KaTeX_Math"/>
              </a:rPr>
              <a:t>C</a:t>
            </a:r>
            <a:r>
              <a:rPr lang="en-US" altLang="zh-TW" sz="2000" dirty="0">
                <a:solidFill>
                  <a:srgbClr val="24292E"/>
                </a:solidFill>
                <a:latin typeface="-apple-system"/>
              </a:rPr>
              <a:t> volume that performs convolutions on an input of size </a:t>
            </a:r>
            <a:r>
              <a:rPr lang="en-US" altLang="zh-TW" sz="2000" i="1" dirty="0">
                <a:solidFill>
                  <a:srgbClr val="24292E"/>
                </a:solidFill>
                <a:latin typeface="KaTeX_Math"/>
              </a:rPr>
              <a:t>I</a:t>
            </a:r>
            <a:r>
              <a:rPr lang="en-US" altLang="zh-TW" sz="2000" dirty="0">
                <a:solidFill>
                  <a:srgbClr val="24292E"/>
                </a:solidFill>
                <a:latin typeface="KaTeX_Main"/>
              </a:rPr>
              <a:t>×</a:t>
            </a:r>
            <a:r>
              <a:rPr lang="en-US" altLang="zh-TW" sz="2000" i="1" dirty="0">
                <a:solidFill>
                  <a:srgbClr val="24292E"/>
                </a:solidFill>
                <a:latin typeface="KaTeX_Math"/>
              </a:rPr>
              <a:t>I</a:t>
            </a:r>
            <a:r>
              <a:rPr lang="en-US" altLang="zh-TW" sz="2000" dirty="0">
                <a:solidFill>
                  <a:srgbClr val="24292E"/>
                </a:solidFill>
                <a:latin typeface="KaTeX_Main"/>
              </a:rPr>
              <a:t>×</a:t>
            </a:r>
            <a:r>
              <a:rPr lang="en-US" altLang="zh-TW" sz="2000" i="1" dirty="0">
                <a:solidFill>
                  <a:srgbClr val="24292E"/>
                </a:solidFill>
                <a:latin typeface="KaTeX_Math"/>
              </a:rPr>
              <a:t>C</a:t>
            </a:r>
            <a:r>
              <a:rPr lang="en-US" altLang="zh-TW" sz="2000" dirty="0">
                <a:solidFill>
                  <a:srgbClr val="24292E"/>
                </a:solidFill>
                <a:latin typeface="-apple-system"/>
              </a:rPr>
              <a:t> and produces an output feature map (also called activation map) of size </a:t>
            </a:r>
            <a:r>
              <a:rPr lang="en-US" altLang="zh-TW" sz="2000" i="1" dirty="0">
                <a:solidFill>
                  <a:srgbClr val="24292E"/>
                </a:solidFill>
                <a:latin typeface="KaTeX_Math"/>
              </a:rPr>
              <a:t>O</a:t>
            </a:r>
            <a:r>
              <a:rPr lang="en-US" altLang="zh-TW" sz="2000" dirty="0">
                <a:solidFill>
                  <a:srgbClr val="24292E"/>
                </a:solidFill>
                <a:latin typeface="KaTeX_Main"/>
              </a:rPr>
              <a:t>×</a:t>
            </a:r>
            <a:r>
              <a:rPr lang="en-US" altLang="zh-TW" sz="2000" i="1" dirty="0">
                <a:solidFill>
                  <a:srgbClr val="24292E"/>
                </a:solidFill>
                <a:latin typeface="KaTeX_Math"/>
              </a:rPr>
              <a:t>O</a:t>
            </a:r>
            <a:r>
              <a:rPr lang="en-US" altLang="zh-TW" sz="2000" dirty="0">
                <a:solidFill>
                  <a:srgbClr val="24292E"/>
                </a:solidFill>
                <a:latin typeface="KaTeX_Main"/>
              </a:rPr>
              <a:t>×1</a:t>
            </a:r>
            <a:r>
              <a:rPr lang="en-US" altLang="zh-TW" sz="2000" dirty="0">
                <a:solidFill>
                  <a:srgbClr val="24292E"/>
                </a:solidFill>
                <a:latin typeface="-apple-system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dirty="0">
              <a:solidFill>
                <a:srgbClr val="24292E"/>
              </a:solidFill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i="1" dirty="0"/>
              <a:t>The application of K filters of size F×F results in an output feature map of size O×O×K.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47888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 CNN sequence to classify handwritten digits">
            <a:extLst>
              <a:ext uri="{FF2B5EF4-FFF2-40B4-BE49-F238E27FC236}">
                <a16:creationId xmlns:a16="http://schemas.microsoft.com/office/drawing/2014/main" id="{C2F16F2A-70D7-8CCC-6D16-F594BE3EC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8587"/>
            <a:ext cx="12192000" cy="652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5EBE9B0-640B-A2FB-A296-2A118F8C8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63" y="0"/>
            <a:ext cx="10515600" cy="1133475"/>
          </a:xfrm>
        </p:spPr>
        <p:txBody>
          <a:bodyPr/>
          <a:lstStyle/>
          <a:p>
            <a:pPr algn="ctr"/>
            <a:r>
              <a:rPr lang="en-US" altLang="zh-TW" dirty="0"/>
              <a:t>CNN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9539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3398C61F-3062-1805-76E1-76C31C6D6558}"/>
              </a:ext>
            </a:extLst>
          </p:cNvPr>
          <p:cNvSpPr txBox="1"/>
          <p:nvPr/>
        </p:nvSpPr>
        <p:spPr>
          <a:xfrm>
            <a:off x="0" y="0"/>
            <a:ext cx="12192000" cy="300082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torch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torch.nn.functional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F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torch.optim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optim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torchvision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torchvision.transforms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transforms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numpy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np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matplotlib.pyplot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time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device = (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cuda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torch.cuda.is_available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else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cpu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f"Using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device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 device"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16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trainset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torchvision.datasets.MNIST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root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'..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\\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data'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train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download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transform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transforms.ToTensor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torch.utils.data.DataLoader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(trainset,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shuffle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num_workers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testset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torchvision.datasets.MNIST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root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'..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\\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data'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train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False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download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transform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transforms.ToTensor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testloader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torch.utils.data.DataLoader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testset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shuffle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False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num_workers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classes = 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'0'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'1'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'2'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'3'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'4'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'5'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'6'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'7'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'8'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'9'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get some random training images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dataiter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iter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images, labels =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next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dataiter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show images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torchvision.utils.make_grid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(images)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npimg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img.numpy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plt.title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 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.join(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'%5s'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% classes[labels[j]]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j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plt.imshow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np.transpose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npimg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plt.show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Net(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nn.Module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B200B2"/>
                </a:solidFill>
                <a:effectLst/>
                <a:latin typeface="JetBrains Mono"/>
              </a:rPr>
              <a:t>__</a:t>
            </a:r>
            <a:r>
              <a:rPr lang="en-US" altLang="zh-TW" sz="1800" dirty="0" err="1">
                <a:solidFill>
                  <a:srgbClr val="B200B2"/>
                </a:solidFill>
                <a:effectLst/>
                <a:latin typeface="JetBrains Mono"/>
              </a:rPr>
              <a:t>init</a:t>
            </a:r>
            <a:r>
              <a:rPr lang="en-US" altLang="zh-TW" sz="1800" dirty="0">
                <a:solidFill>
                  <a:srgbClr val="B200B2"/>
                </a:solidFill>
                <a:effectLst/>
                <a:latin typeface="JetBrains Mono"/>
              </a:rPr>
              <a:t>__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super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(Net,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).</a:t>
            </a:r>
            <a:r>
              <a:rPr lang="en-US" altLang="zh-TW" sz="1800" dirty="0">
                <a:solidFill>
                  <a:srgbClr val="B200B2"/>
                </a:solidFill>
                <a:effectLst/>
                <a:latin typeface="JetBrains Mono"/>
              </a:rPr>
              <a:t>__</a:t>
            </a:r>
            <a:r>
              <a:rPr lang="en-US" altLang="zh-TW" sz="1800" dirty="0" err="1">
                <a:solidFill>
                  <a:srgbClr val="B200B2"/>
                </a:solidFill>
                <a:effectLst/>
                <a:latin typeface="JetBrains Mono"/>
              </a:rPr>
              <a:t>init</a:t>
            </a:r>
            <a:r>
              <a:rPr lang="en-US" altLang="zh-TW" sz="1800" dirty="0">
                <a:solidFill>
                  <a:srgbClr val="B200B2"/>
                </a:solidFill>
                <a:effectLst/>
                <a:latin typeface="JetBrains Mono"/>
              </a:rPr>
              <a:t>__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.conv1 = nn.Conv2d(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.pool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nn.MaxPool2d(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.conv2 = nn.Conv2d(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.fc1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nn.Linear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16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120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.fc2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nn.Linear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120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84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.fc3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nn.Linear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84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forward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x):                 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28x28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 = </a:t>
            </a:r>
            <a:r>
              <a:rPr lang="en-US" altLang="zh-TW" sz="1800" dirty="0" err="1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.pool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F.relu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.conv1(x)))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24x24 12x12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 = </a:t>
            </a:r>
            <a:r>
              <a:rPr lang="en-US" altLang="zh-TW" sz="1800" dirty="0" err="1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.pool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F.relu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.conv2(x)))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8x8 4x4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x.view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(-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16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F.relu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.fc1(x))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F.relu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.fc2(x))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.fc3(x)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net = Net().to(device)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(net)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criterion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nn.CrossEntropyLoss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optimizer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optim.SGD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net.parameters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lr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0.001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momentum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0.9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num_epocs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losses=[]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loop over the dataset multiple times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startTime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time.time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epoch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num_epocs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#for </a:t>
            </a:r>
            <a:r>
              <a:rPr lang="en-US" altLang="zh-TW" sz="1800" dirty="0" err="1">
                <a:solidFill>
                  <a:srgbClr val="7A7E85"/>
                </a:solidFill>
                <a:effectLst/>
                <a:latin typeface="JetBrains Mono"/>
              </a:rPr>
              <a:t>i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, data in enumerate(</a:t>
            </a:r>
            <a:r>
              <a:rPr lang="en-US" altLang="zh-TW" sz="1800" dirty="0" err="1">
                <a:solidFill>
                  <a:srgbClr val="7A7E85"/>
                </a:solidFill>
                <a:effectLst/>
                <a:latin typeface="JetBrains Mono"/>
              </a:rPr>
              <a:t>trainloader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):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(X, y)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enumerate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get the inputs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inputs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labels = X.to(device), y.to(device)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zero the parameter gradients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optimizer.zero_grad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forward + backward + optimize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outputs = net(inputs)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loss = criterion(outputs, labels)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loss.backward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optimizer.step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+=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loss.item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endTime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time.time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 -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startTime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f'epoch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: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epoch+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 loss: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/</a:t>
            </a:r>
            <a:r>
              <a:rPr lang="en-US" altLang="zh-TW" sz="18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: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.4f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 time: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endTime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losses.append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/</a:t>
            </a:r>
            <a:r>
              <a:rPr lang="en-US" altLang="zh-TW" sz="18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plt.title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'training losses'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plt.plot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np.arange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num_epocs+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), losses)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plt.show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correct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total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with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torch.no_grad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(X, y)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testloader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images, labels = X.to(device), y.to(device)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outputs = net(images)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_, predicted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torch.max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outputs.data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total +=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labels.size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correct += (predicted == labels).sum().item()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f'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\</a:t>
            </a:r>
            <a:r>
              <a:rPr lang="en-US" altLang="zh-TW" sz="1800" dirty="0" err="1">
                <a:solidFill>
                  <a:srgbClr val="CF8E6D"/>
                </a:solidFill>
                <a:effectLst/>
                <a:latin typeface="JetBrains Mono"/>
              </a:rPr>
              <a:t>n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Accuracy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 of the network on the 10000 test images: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100.0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correct / total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%'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endParaRPr lang="en-US" altLang="zh-TW" sz="18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FD01A2F-ABEE-E15B-4E46-567432FD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8716"/>
            <a:ext cx="12192000" cy="1599599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6600" dirty="0"/>
              <a:t>Lab</a:t>
            </a:r>
            <a:r>
              <a:rPr lang="zh-TW" altLang="en-US" sz="6600" dirty="0"/>
              <a:t> </a:t>
            </a:r>
            <a:r>
              <a:rPr lang="en-US" altLang="zh-TW" sz="6600" dirty="0"/>
              <a:t>1 mnistCNN.py</a:t>
            </a:r>
            <a:endParaRPr lang="zh-TW" altLang="en-US" sz="66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4934AAA-C9F7-AADC-28AC-206564B28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431" y="1920672"/>
            <a:ext cx="5958872" cy="50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39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18998D-1136-8CAA-50C1-E785B8FCA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30307"/>
            <a:ext cx="10515600" cy="1658470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TW" b="1" dirty="0"/>
              <a:t>CNN MNIST Classification</a:t>
            </a:r>
            <a:endParaRPr lang="zh-TW" altLang="en-US" b="1" i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C80F82-B937-FF73-3FC2-D80C67201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403835"/>
            <a:ext cx="10515600" cy="368581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Find the problem to be solve (tool to be provided)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Example: Build an automatic letter dispatching system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Kernel program: zip code recognition (</a:t>
            </a:r>
            <a:r>
              <a:rPr lang="zh-TW" altLang="en-US" dirty="0">
                <a:solidFill>
                  <a:schemeClr val="tx1"/>
                </a:solidFill>
              </a:rPr>
              <a:t>郵遞區號辨識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MNIST dataset / CNN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Establish the system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(implementation)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Objective 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Optimization Algorithm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  <a:hlinkClick r:id="rId2"/>
              </a:rPr>
              <a:t>https://pytorch.org/tutorials/beginner/introyt/introyt1_tutorial.html</a:t>
            </a:r>
            <a:endParaRPr lang="en-US" altLang="zh-TW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TW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4" name="Picture 6" descr="歪腰郵筒_劉佳雯攝">
            <a:extLst>
              <a:ext uri="{FF2B5EF4-FFF2-40B4-BE49-F238E27FC236}">
                <a16:creationId xmlns:a16="http://schemas.microsoft.com/office/drawing/2014/main" id="{574D4379-980D-EB5C-0EED-C12305914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096" y="2542370"/>
            <a:ext cx="3655234" cy="24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765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A0197D-5BC6-395B-3B70-89C0261D9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Learning path </a:t>
            </a:r>
            <a:r>
              <a:rPr lang="zh-TW" altLang="en-US" dirty="0"/>
              <a:t>學習路徑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EC53EE63-C64E-909E-F9E3-A4A51E24C5DA}"/>
              </a:ext>
            </a:extLst>
          </p:cNvPr>
          <p:cNvSpPr txBox="1">
            <a:spLocks/>
          </p:cNvSpPr>
          <p:nvPr/>
        </p:nvSpPr>
        <p:spPr>
          <a:xfrm>
            <a:off x="98612" y="4356217"/>
            <a:ext cx="10515600" cy="2340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zh-TW" altLang="en-US" sz="1800" dirty="0"/>
          </a:p>
        </p:txBody>
      </p:sp>
      <p:graphicFrame>
        <p:nvGraphicFramePr>
          <p:cNvPr id="7" name="內容版面配置區 2">
            <a:extLst>
              <a:ext uri="{FF2B5EF4-FFF2-40B4-BE49-F238E27FC236}">
                <a16:creationId xmlns:a16="http://schemas.microsoft.com/office/drawing/2014/main" id="{47D3DF1E-20D9-BA37-0ABB-BDF08A9210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1567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5422BC69-8206-A0CB-C204-CF05E5C6F3FA}"/>
              </a:ext>
            </a:extLst>
          </p:cNvPr>
          <p:cNvSpPr txBox="1"/>
          <p:nvPr/>
        </p:nvSpPr>
        <p:spPr>
          <a:xfrm>
            <a:off x="0" y="0"/>
            <a:ext cx="12192000" cy="64633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import torch</a:t>
            </a:r>
          </a:p>
          <a:p>
            <a:r>
              <a:rPr lang="en-US" altLang="zh-TW" dirty="0"/>
              <a:t>import </a:t>
            </a:r>
            <a:r>
              <a:rPr lang="en-US" altLang="zh-TW" dirty="0" err="1"/>
              <a:t>torch.nn</a:t>
            </a:r>
            <a:r>
              <a:rPr lang="en-US" altLang="zh-TW" dirty="0"/>
              <a:t> as </a:t>
            </a:r>
            <a:r>
              <a:rPr lang="en-US" altLang="zh-TW" dirty="0" err="1"/>
              <a:t>nn</a:t>
            </a:r>
            <a:endParaRPr lang="en-US" altLang="zh-TW" dirty="0"/>
          </a:p>
          <a:p>
            <a:r>
              <a:rPr lang="en-US" altLang="zh-TW" dirty="0"/>
              <a:t>import </a:t>
            </a:r>
            <a:r>
              <a:rPr lang="en-US" altLang="zh-TW" dirty="0" err="1"/>
              <a:t>torch.nn.functional</a:t>
            </a:r>
            <a:r>
              <a:rPr lang="en-US" altLang="zh-TW" dirty="0"/>
              <a:t> as F</a:t>
            </a:r>
          </a:p>
          <a:p>
            <a:r>
              <a:rPr lang="en-US" altLang="zh-TW" dirty="0"/>
              <a:t>import </a:t>
            </a:r>
            <a:r>
              <a:rPr lang="en-US" altLang="zh-TW" dirty="0" err="1"/>
              <a:t>torch.optim</a:t>
            </a:r>
            <a:r>
              <a:rPr lang="en-US" altLang="zh-TW" dirty="0"/>
              <a:t> as </a:t>
            </a:r>
            <a:r>
              <a:rPr lang="en-US" altLang="zh-TW" dirty="0" err="1"/>
              <a:t>optim</a:t>
            </a:r>
            <a:endParaRPr lang="en-US" altLang="zh-TW" dirty="0"/>
          </a:p>
          <a:p>
            <a:r>
              <a:rPr lang="en-US" altLang="zh-TW" dirty="0"/>
              <a:t>import </a:t>
            </a:r>
            <a:r>
              <a:rPr lang="en-US" altLang="zh-TW" dirty="0" err="1"/>
              <a:t>torchvision</a:t>
            </a:r>
            <a:endParaRPr lang="en-US" altLang="zh-TW" dirty="0"/>
          </a:p>
          <a:p>
            <a:r>
              <a:rPr lang="en-US" altLang="zh-TW" dirty="0"/>
              <a:t>import </a:t>
            </a:r>
            <a:r>
              <a:rPr lang="en-US" altLang="zh-TW" dirty="0" err="1"/>
              <a:t>torchvision.transforms</a:t>
            </a:r>
            <a:r>
              <a:rPr lang="en-US" altLang="zh-TW" dirty="0"/>
              <a:t> as transforms</a:t>
            </a:r>
          </a:p>
          <a:p>
            <a:r>
              <a:rPr lang="en-US" altLang="zh-TW" dirty="0"/>
              <a:t>import </a:t>
            </a:r>
            <a:r>
              <a:rPr lang="en-US" altLang="zh-TW" dirty="0" err="1"/>
              <a:t>numpy</a:t>
            </a:r>
            <a:r>
              <a:rPr lang="en-US" altLang="zh-TW" dirty="0"/>
              <a:t> as np</a:t>
            </a:r>
          </a:p>
          <a:p>
            <a:r>
              <a:rPr lang="en-US" altLang="zh-TW" dirty="0"/>
              <a:t>import </a:t>
            </a:r>
            <a:r>
              <a:rPr lang="en-US" altLang="zh-TW" dirty="0" err="1"/>
              <a:t>matplotlib.pyplot</a:t>
            </a:r>
            <a:r>
              <a:rPr lang="en-US" altLang="zh-TW" dirty="0"/>
              <a:t> as </a:t>
            </a:r>
            <a:r>
              <a:rPr lang="en-US" altLang="zh-TW" dirty="0" err="1"/>
              <a:t>plt</a:t>
            </a:r>
            <a:endParaRPr lang="en-US" altLang="zh-TW" dirty="0"/>
          </a:p>
          <a:p>
            <a:r>
              <a:rPr lang="en-US" altLang="zh-TW" dirty="0"/>
              <a:t>import time</a:t>
            </a:r>
          </a:p>
          <a:p>
            <a:endParaRPr lang="en-US" altLang="zh-TW" dirty="0"/>
          </a:p>
          <a:p>
            <a:r>
              <a:rPr lang="en-US" altLang="zh-TW" dirty="0"/>
              <a:t>device = (</a:t>
            </a:r>
          </a:p>
          <a:p>
            <a:r>
              <a:rPr lang="en-US" altLang="zh-TW" dirty="0"/>
              <a:t>    "</a:t>
            </a:r>
            <a:r>
              <a:rPr lang="en-US" altLang="zh-TW" dirty="0" err="1"/>
              <a:t>cuda</a:t>
            </a:r>
            <a:r>
              <a:rPr lang="en-US" altLang="zh-TW" dirty="0"/>
              <a:t>"</a:t>
            </a:r>
          </a:p>
          <a:p>
            <a:r>
              <a:rPr lang="en-US" altLang="zh-TW" dirty="0"/>
              <a:t>    if </a:t>
            </a:r>
            <a:r>
              <a:rPr lang="en-US" altLang="zh-TW" dirty="0" err="1"/>
              <a:t>torch.cuda.is_available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else "</a:t>
            </a:r>
            <a:r>
              <a:rPr lang="en-US" altLang="zh-TW" dirty="0" err="1"/>
              <a:t>cpu</a:t>
            </a:r>
            <a:r>
              <a:rPr lang="en-US" altLang="zh-TW" dirty="0"/>
              <a:t>"</a:t>
            </a:r>
          </a:p>
          <a:p>
            <a:r>
              <a:rPr lang="en-US" altLang="zh-TW" dirty="0"/>
              <a:t>)</a:t>
            </a:r>
          </a:p>
          <a:p>
            <a:r>
              <a:rPr lang="en-US" altLang="zh-TW" dirty="0"/>
              <a:t>print(</a:t>
            </a:r>
            <a:r>
              <a:rPr lang="en-US" altLang="zh-TW" dirty="0" err="1"/>
              <a:t>f"Using</a:t>
            </a:r>
            <a:r>
              <a:rPr lang="en-US" altLang="zh-TW" dirty="0"/>
              <a:t> {device} device")</a:t>
            </a:r>
          </a:p>
          <a:p>
            <a:endParaRPr lang="en-US" altLang="zh-TW" dirty="0"/>
          </a:p>
          <a:p>
            <a:r>
              <a:rPr lang="en-US" altLang="zh-TW" dirty="0" err="1"/>
              <a:t>batch_size</a:t>
            </a:r>
            <a:r>
              <a:rPr lang="en-US" altLang="zh-TW" dirty="0"/>
              <a:t> = 16</a:t>
            </a:r>
          </a:p>
          <a:p>
            <a:r>
              <a:rPr lang="en-US" altLang="zh-TW" dirty="0"/>
              <a:t>trainset = </a:t>
            </a:r>
            <a:r>
              <a:rPr lang="en-US" altLang="zh-TW" dirty="0" err="1"/>
              <a:t>torchvision.datasets.MNIST</a:t>
            </a:r>
            <a:r>
              <a:rPr lang="en-US" altLang="zh-TW" dirty="0"/>
              <a:t>(root='..\\data', train=True, download=True, transform=</a:t>
            </a:r>
            <a:r>
              <a:rPr lang="en-US" altLang="zh-TW" dirty="0" err="1"/>
              <a:t>transforms.ToTensor</a:t>
            </a:r>
            <a:r>
              <a:rPr lang="en-US" altLang="zh-TW" dirty="0"/>
              <a:t>())</a:t>
            </a:r>
          </a:p>
          <a:p>
            <a:r>
              <a:rPr lang="en-US" altLang="zh-TW" dirty="0" err="1"/>
              <a:t>trainloader</a:t>
            </a:r>
            <a:r>
              <a:rPr lang="en-US" altLang="zh-TW" dirty="0"/>
              <a:t> = </a:t>
            </a:r>
            <a:r>
              <a:rPr lang="en-US" altLang="zh-TW" dirty="0" err="1"/>
              <a:t>torch.utils.data.DataLoader</a:t>
            </a:r>
            <a:r>
              <a:rPr lang="en-US" altLang="zh-TW" dirty="0"/>
              <a:t>(trainset, </a:t>
            </a:r>
            <a:r>
              <a:rPr lang="en-US" altLang="zh-TW" dirty="0" err="1"/>
              <a:t>batch_size</a:t>
            </a:r>
            <a:r>
              <a:rPr lang="en-US" altLang="zh-TW" dirty="0"/>
              <a:t>=</a:t>
            </a:r>
            <a:r>
              <a:rPr lang="en-US" altLang="zh-TW" dirty="0" err="1"/>
              <a:t>batch_size</a:t>
            </a:r>
            <a:r>
              <a:rPr lang="en-US" altLang="zh-TW" dirty="0"/>
              <a:t>, shuffle=True, </a:t>
            </a:r>
            <a:r>
              <a:rPr lang="en-US" altLang="zh-TW" dirty="0" err="1"/>
              <a:t>num_workers</a:t>
            </a:r>
            <a:r>
              <a:rPr lang="en-US" altLang="zh-TW" dirty="0"/>
              <a:t> = 0)</a:t>
            </a:r>
          </a:p>
          <a:p>
            <a:endParaRPr lang="en-US" altLang="zh-TW" dirty="0"/>
          </a:p>
          <a:p>
            <a:r>
              <a:rPr lang="en-US" altLang="zh-TW" dirty="0" err="1"/>
              <a:t>testset</a:t>
            </a:r>
            <a:r>
              <a:rPr lang="en-US" altLang="zh-TW" dirty="0"/>
              <a:t> = </a:t>
            </a:r>
            <a:r>
              <a:rPr lang="en-US" altLang="zh-TW" dirty="0" err="1"/>
              <a:t>torchvision.datasets.MNIST</a:t>
            </a:r>
            <a:r>
              <a:rPr lang="en-US" altLang="zh-TW" dirty="0"/>
              <a:t>(root='..\\data', train=False, download=True, transform=</a:t>
            </a:r>
            <a:r>
              <a:rPr lang="en-US" altLang="zh-TW" dirty="0" err="1"/>
              <a:t>transforms.ToTensor</a:t>
            </a:r>
            <a:r>
              <a:rPr lang="en-US" altLang="zh-TW" dirty="0"/>
              <a:t>())</a:t>
            </a:r>
          </a:p>
          <a:p>
            <a:r>
              <a:rPr lang="en-US" altLang="zh-TW" dirty="0" err="1"/>
              <a:t>testloader</a:t>
            </a:r>
            <a:r>
              <a:rPr lang="en-US" altLang="zh-TW" dirty="0"/>
              <a:t> = </a:t>
            </a:r>
            <a:r>
              <a:rPr lang="en-US" altLang="zh-TW" dirty="0" err="1"/>
              <a:t>torch.utils.data.DataLoader</a:t>
            </a:r>
            <a:r>
              <a:rPr lang="en-US" altLang="zh-TW" dirty="0"/>
              <a:t>(</a:t>
            </a:r>
            <a:r>
              <a:rPr lang="en-US" altLang="zh-TW" dirty="0" err="1"/>
              <a:t>testset</a:t>
            </a:r>
            <a:r>
              <a:rPr lang="en-US" altLang="zh-TW" dirty="0"/>
              <a:t>, </a:t>
            </a:r>
            <a:r>
              <a:rPr lang="en-US" altLang="zh-TW" dirty="0" err="1"/>
              <a:t>batch_size</a:t>
            </a:r>
            <a:r>
              <a:rPr lang="en-US" altLang="zh-TW" dirty="0"/>
              <a:t>=</a:t>
            </a:r>
            <a:r>
              <a:rPr lang="en-US" altLang="zh-TW" dirty="0" err="1"/>
              <a:t>batch_size</a:t>
            </a:r>
            <a:r>
              <a:rPr lang="en-US" altLang="zh-TW" dirty="0"/>
              <a:t>, shuffle=False, </a:t>
            </a:r>
            <a:r>
              <a:rPr lang="en-US" altLang="zh-TW" dirty="0" err="1"/>
              <a:t>num_workers</a:t>
            </a:r>
            <a:r>
              <a:rPr lang="en-US" altLang="zh-TW" dirty="0"/>
              <a:t> = 0)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CB00D6-E468-B4AE-E388-A00D5A047DCB}"/>
              </a:ext>
            </a:extLst>
          </p:cNvPr>
          <p:cNvSpPr txBox="1"/>
          <p:nvPr/>
        </p:nvSpPr>
        <p:spPr>
          <a:xfrm>
            <a:off x="3588469" y="611126"/>
            <a:ext cx="271177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 import </a:t>
            </a:r>
            <a:r>
              <a:rPr lang="zh-TW" altLang="en-US" dirty="0"/>
              <a:t>使用到的模組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3ECFA67-3DBB-F444-DA66-3F1340062C7D}"/>
              </a:ext>
            </a:extLst>
          </p:cNvPr>
          <p:cNvSpPr txBox="1"/>
          <p:nvPr/>
        </p:nvSpPr>
        <p:spPr>
          <a:xfrm>
            <a:off x="1734531" y="2509292"/>
            <a:ext cx="406766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 tensor/model </a:t>
            </a:r>
            <a:r>
              <a:rPr lang="zh-TW" altLang="en-US" dirty="0"/>
              <a:t>將被分配到的設備 ：</a:t>
            </a:r>
            <a:endParaRPr lang="en-US" altLang="zh-TW" dirty="0"/>
          </a:p>
          <a:p>
            <a:r>
              <a:rPr lang="en-US" altLang="zh-TW" dirty="0"/>
              <a:t> CPU</a:t>
            </a:r>
            <a:r>
              <a:rPr lang="zh-TW" altLang="en-US" dirty="0"/>
              <a:t> 或</a:t>
            </a:r>
            <a:r>
              <a:rPr lang="en-US" altLang="zh-TW" dirty="0"/>
              <a:t>GPU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C8362A2-09F8-0238-7E1C-89EC3BDE8693}"/>
              </a:ext>
            </a:extLst>
          </p:cNvPr>
          <p:cNvSpPr txBox="1"/>
          <p:nvPr/>
        </p:nvSpPr>
        <p:spPr>
          <a:xfrm>
            <a:off x="3497343" y="3239805"/>
            <a:ext cx="8625528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用</a:t>
            </a:r>
            <a:r>
              <a:rPr lang="en-US" altLang="zh-TW" dirty="0" err="1"/>
              <a:t>torchvision</a:t>
            </a:r>
            <a:r>
              <a:rPr lang="en-US" altLang="zh-TW" dirty="0"/>
              <a:t> </a:t>
            </a:r>
            <a:r>
              <a:rPr lang="zh-TW" altLang="en-US" dirty="0"/>
              <a:t>提供的資料集</a:t>
            </a:r>
            <a:r>
              <a:rPr lang="en-US" altLang="zh-TW" dirty="0"/>
              <a:t>dataset</a:t>
            </a:r>
          </a:p>
          <a:p>
            <a:r>
              <a:rPr lang="en-US" altLang="zh-TW" sz="1400" dirty="0">
                <a:hlinkClick r:id="rId2"/>
              </a:rPr>
              <a:t>https://pytorch.org/vision/stable/datasets.html</a:t>
            </a:r>
            <a:endParaRPr lang="en-US" altLang="zh-TW" sz="1400" dirty="0"/>
          </a:p>
          <a:p>
            <a:r>
              <a:rPr lang="en-US" altLang="zh-TW" sz="1400" dirty="0">
                <a:hlinkClick r:id="rId3"/>
              </a:rPr>
              <a:t>https://pytorch.org/vision/stable/generated/torchvision.datasets.MNIST.html#torchvision.datasets.MNIST</a:t>
            </a:r>
            <a:endParaRPr lang="en-US" altLang="zh-TW" sz="1400" dirty="0"/>
          </a:p>
          <a:p>
            <a:r>
              <a:rPr lang="zh-TW" altLang="en-US" dirty="0"/>
              <a:t>用</a:t>
            </a:r>
            <a:r>
              <a:rPr lang="en-US" altLang="zh-TW" dirty="0" err="1"/>
              <a:t>torch.util.data</a:t>
            </a:r>
            <a:r>
              <a:rPr lang="en-US" altLang="zh-TW" dirty="0"/>
              <a:t> </a:t>
            </a:r>
            <a:r>
              <a:rPr lang="zh-TW" altLang="en-US" dirty="0"/>
              <a:t>的</a:t>
            </a:r>
            <a:r>
              <a:rPr lang="en-US" altLang="zh-TW" dirty="0" err="1"/>
              <a:t>DataLoader</a:t>
            </a:r>
            <a:r>
              <a:rPr lang="en-US" altLang="zh-TW" dirty="0"/>
              <a:t> - Data loader combines a dataset and a sampler, and provides an </a:t>
            </a:r>
            <a:r>
              <a:rPr lang="en-US" altLang="zh-TW" dirty="0" err="1"/>
              <a:t>iterable</a:t>
            </a:r>
            <a:r>
              <a:rPr lang="en-US" altLang="zh-TW" dirty="0"/>
              <a:t> over the given dataset.</a:t>
            </a:r>
          </a:p>
          <a:p>
            <a:r>
              <a:rPr lang="en-US" altLang="zh-TW" sz="1400" dirty="0">
                <a:hlinkClick r:id="rId4"/>
              </a:rPr>
              <a:t>https://pytorch.org/docs/stable/data.html#torch.utils.data.DataLoader</a:t>
            </a:r>
            <a:endParaRPr lang="en-US" altLang="zh-TW" sz="1400" dirty="0"/>
          </a:p>
        </p:txBody>
      </p:sp>
    </p:spTree>
    <p:extLst>
      <p:ext uri="{BB962C8B-B14F-4D97-AF65-F5344CB8AC3E}">
        <p14:creationId xmlns:p14="http://schemas.microsoft.com/office/powerpoint/2010/main" val="2235111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A54812C3-B9F5-BE2A-B734-A1DBD2FB468D}"/>
              </a:ext>
            </a:extLst>
          </p:cNvPr>
          <p:cNvSpPr txBox="1"/>
          <p:nvPr/>
        </p:nvSpPr>
        <p:spPr>
          <a:xfrm>
            <a:off x="0" y="0"/>
            <a:ext cx="12192000" cy="66787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n-US" altLang="zh-TW" dirty="0"/>
          </a:p>
          <a:p>
            <a:r>
              <a:rPr lang="en-US" altLang="zh-TW" dirty="0"/>
              <a:t>classes = ('0', '1', '2', '3', '4', '5', '6', '7', '8', '9')</a:t>
            </a:r>
          </a:p>
          <a:p>
            <a:endParaRPr lang="en-US" altLang="zh-TW" dirty="0"/>
          </a:p>
          <a:p>
            <a:r>
              <a:rPr lang="en-US" altLang="zh-TW" dirty="0"/>
              <a:t># get some random training images</a:t>
            </a:r>
          </a:p>
          <a:p>
            <a:r>
              <a:rPr lang="en-US" altLang="zh-TW" dirty="0" err="1"/>
              <a:t>dataiter</a:t>
            </a:r>
            <a:r>
              <a:rPr lang="en-US" altLang="zh-TW" dirty="0"/>
              <a:t> = </a:t>
            </a:r>
            <a:r>
              <a:rPr lang="en-US" altLang="zh-TW" dirty="0" err="1"/>
              <a:t>iter</a:t>
            </a:r>
            <a:r>
              <a:rPr lang="en-US" altLang="zh-TW" dirty="0"/>
              <a:t>(</a:t>
            </a:r>
            <a:r>
              <a:rPr lang="en-US" altLang="zh-TW" dirty="0" err="1"/>
              <a:t>trainloader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images, labels = next(</a:t>
            </a:r>
            <a:r>
              <a:rPr lang="en-US" altLang="zh-TW" dirty="0" err="1"/>
              <a:t>dataiter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# show images</a:t>
            </a:r>
          </a:p>
          <a:p>
            <a:r>
              <a:rPr lang="en-US" altLang="zh-TW" dirty="0" err="1"/>
              <a:t>img</a:t>
            </a:r>
            <a:r>
              <a:rPr lang="en-US" altLang="zh-TW" dirty="0"/>
              <a:t> = </a:t>
            </a:r>
            <a:r>
              <a:rPr lang="en-US" altLang="zh-TW" dirty="0" err="1"/>
              <a:t>torchvision.utils.make_grid</a:t>
            </a:r>
            <a:r>
              <a:rPr lang="en-US" altLang="zh-TW" dirty="0"/>
              <a:t>(images)</a:t>
            </a:r>
          </a:p>
          <a:p>
            <a:r>
              <a:rPr lang="en-US" altLang="zh-TW" dirty="0" err="1"/>
              <a:t>npimg</a:t>
            </a:r>
            <a:r>
              <a:rPr lang="en-US" altLang="zh-TW" dirty="0"/>
              <a:t> = </a:t>
            </a:r>
            <a:r>
              <a:rPr lang="en-US" altLang="zh-TW" dirty="0" err="1"/>
              <a:t>img.numpy</a:t>
            </a:r>
            <a:r>
              <a:rPr lang="en-US" altLang="zh-TW" dirty="0"/>
              <a:t>()</a:t>
            </a:r>
          </a:p>
          <a:p>
            <a:r>
              <a:rPr lang="en-US" altLang="zh-TW" dirty="0" err="1"/>
              <a:t>plt.title</a:t>
            </a:r>
            <a:r>
              <a:rPr lang="en-US" altLang="zh-TW" dirty="0"/>
              <a:t>(' '.join('%5s' % classes[labels[j]] for j in range(</a:t>
            </a:r>
            <a:r>
              <a:rPr lang="en-US" altLang="zh-TW" dirty="0" err="1"/>
              <a:t>batch_size</a:t>
            </a:r>
            <a:r>
              <a:rPr lang="en-US" altLang="zh-TW" dirty="0"/>
              <a:t>)))</a:t>
            </a:r>
          </a:p>
          <a:p>
            <a:r>
              <a:rPr lang="en-US" altLang="zh-TW" dirty="0" err="1"/>
              <a:t>plt.imshow</a:t>
            </a:r>
            <a:r>
              <a:rPr lang="en-US" altLang="zh-TW" dirty="0"/>
              <a:t>(</a:t>
            </a:r>
            <a:r>
              <a:rPr lang="en-US" altLang="zh-TW" dirty="0" err="1"/>
              <a:t>np.transpose</a:t>
            </a:r>
            <a:r>
              <a:rPr lang="en-US" altLang="zh-TW" dirty="0"/>
              <a:t>(</a:t>
            </a:r>
            <a:r>
              <a:rPr lang="en-US" altLang="zh-TW" dirty="0" err="1"/>
              <a:t>npimg</a:t>
            </a:r>
            <a:r>
              <a:rPr lang="en-US" altLang="zh-TW" dirty="0"/>
              <a:t>, (1, 2, 0)))</a:t>
            </a:r>
          </a:p>
          <a:p>
            <a:r>
              <a:rPr lang="en-US" altLang="zh-TW" dirty="0" err="1"/>
              <a:t>plt.show</a:t>
            </a:r>
            <a:r>
              <a:rPr lang="en-US" altLang="zh-TW" dirty="0"/>
              <a:t>()</a:t>
            </a:r>
          </a:p>
          <a:p>
            <a:endParaRPr lang="en-US" altLang="zh-TW" dirty="0"/>
          </a:p>
          <a:p>
            <a:r>
              <a:rPr lang="en-US" altLang="zh-TW" dirty="0"/>
              <a:t>print(net)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sz="14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619B99D-CBF9-2D38-F4C1-51FD022B8E15}"/>
              </a:ext>
            </a:extLst>
          </p:cNvPr>
          <p:cNvSpPr txBox="1"/>
          <p:nvPr/>
        </p:nvSpPr>
        <p:spPr>
          <a:xfrm>
            <a:off x="1653710" y="4779461"/>
            <a:ext cx="382370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2000" dirty="0"/>
              <a:t>顯示圖案，實際感受一下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16E4CBA-FC8E-B869-BECA-B1D43D205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589" y="267817"/>
            <a:ext cx="5297714" cy="451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20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A54812C3-B9F5-BE2A-B734-A1DBD2FB468D}"/>
              </a:ext>
            </a:extLst>
          </p:cNvPr>
          <p:cNvSpPr txBox="1"/>
          <p:nvPr/>
        </p:nvSpPr>
        <p:spPr>
          <a:xfrm>
            <a:off x="0" y="0"/>
            <a:ext cx="12192000" cy="64017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n-US" altLang="zh-TW"/>
          </a:p>
          <a:p>
            <a:r>
              <a:rPr lang="en-US" altLang="zh-TW"/>
              <a:t>class Net(nn.Module):</a:t>
            </a:r>
          </a:p>
          <a:p>
            <a:r>
              <a:rPr lang="en-US" altLang="zh-TW"/>
              <a:t>    def __init__(self):</a:t>
            </a:r>
          </a:p>
          <a:p>
            <a:r>
              <a:rPr lang="en-US" altLang="zh-TW"/>
              <a:t>        super(Net, self).__init__()</a:t>
            </a:r>
          </a:p>
          <a:p>
            <a:r>
              <a:rPr lang="en-US" altLang="zh-TW"/>
              <a:t>        self.conv1 = nn.Conv2d(1, 6, 5)</a:t>
            </a:r>
          </a:p>
          <a:p>
            <a:r>
              <a:rPr lang="en-US" altLang="zh-TW"/>
              <a:t>        self.pool = nn.MaxPool2d(2, 2)</a:t>
            </a:r>
          </a:p>
          <a:p>
            <a:r>
              <a:rPr lang="en-US" altLang="zh-TW"/>
              <a:t>        self.conv2 = nn.Conv2d(6, 16, 5)</a:t>
            </a:r>
          </a:p>
          <a:p>
            <a:r>
              <a:rPr lang="en-US" altLang="zh-TW"/>
              <a:t>        self.fc1 = nn.Linear(16 * 4 * 4, 120)</a:t>
            </a:r>
          </a:p>
          <a:p>
            <a:r>
              <a:rPr lang="en-US" altLang="zh-TW"/>
              <a:t>        self.fc2 = nn.Linear(120, 84)</a:t>
            </a:r>
          </a:p>
          <a:p>
            <a:r>
              <a:rPr lang="en-US" altLang="zh-TW"/>
              <a:t>        self.fc3 = nn.Linear(84, 10)</a:t>
            </a:r>
          </a:p>
          <a:p>
            <a:endParaRPr lang="en-US" altLang="zh-TW"/>
          </a:p>
          <a:p>
            <a:r>
              <a:rPr lang="en-US" altLang="zh-TW"/>
              <a:t>    def forward(self, x):                     # 28x28</a:t>
            </a:r>
          </a:p>
          <a:p>
            <a:r>
              <a:rPr lang="en-US" altLang="zh-TW"/>
              <a:t>        x = self.pool(F.relu(self.conv1(x)))  # 24x24 12x12</a:t>
            </a:r>
          </a:p>
          <a:p>
            <a:r>
              <a:rPr lang="en-US" altLang="zh-TW"/>
              <a:t>        x = self.pool(F.relu(self.conv2(x)))  # 8x8 4x4</a:t>
            </a:r>
          </a:p>
          <a:p>
            <a:r>
              <a:rPr lang="en-US" altLang="zh-TW"/>
              <a:t>        x = x.view(-1, 16 * 4 * 4)</a:t>
            </a:r>
          </a:p>
          <a:p>
            <a:r>
              <a:rPr lang="en-US" altLang="zh-TW"/>
              <a:t>        x = F.relu(self.fc1(x))</a:t>
            </a:r>
          </a:p>
          <a:p>
            <a:r>
              <a:rPr lang="en-US" altLang="zh-TW"/>
              <a:t>        x = F.relu(self.fc2(x))</a:t>
            </a:r>
          </a:p>
          <a:p>
            <a:r>
              <a:rPr lang="en-US" altLang="zh-TW"/>
              <a:t>        x = self.fc3(x)</a:t>
            </a:r>
          </a:p>
          <a:p>
            <a:r>
              <a:rPr lang="en-US" altLang="zh-TW"/>
              <a:t>        return x</a:t>
            </a:r>
          </a:p>
          <a:p>
            <a:endParaRPr lang="en-US" altLang="zh-TW"/>
          </a:p>
          <a:p>
            <a:r>
              <a:rPr lang="en-US" altLang="zh-TW"/>
              <a:t>net = Net().to(device)</a:t>
            </a:r>
          </a:p>
          <a:p>
            <a:r>
              <a:rPr lang="en-US" altLang="zh-TW"/>
              <a:t>print(net)</a:t>
            </a:r>
          </a:p>
          <a:p>
            <a:endParaRPr lang="en-US" altLang="zh-TW" sz="14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D0C65CF-08EF-F96B-31C9-D5FA108C6170}"/>
              </a:ext>
            </a:extLst>
          </p:cNvPr>
          <p:cNvSpPr txBox="1"/>
          <p:nvPr/>
        </p:nvSpPr>
        <p:spPr>
          <a:xfrm>
            <a:off x="3143145" y="5773400"/>
            <a:ext cx="382370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2000" dirty="0"/>
              <a:t>列印網路，實際感受一下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AA7703E-7BD0-7B3F-3C2B-0341F714747A}"/>
              </a:ext>
            </a:extLst>
          </p:cNvPr>
          <p:cNvSpPr txBox="1"/>
          <p:nvPr/>
        </p:nvSpPr>
        <p:spPr>
          <a:xfrm>
            <a:off x="4515635" y="56137"/>
            <a:ext cx="382370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2000" dirty="0"/>
              <a:t>定義網路類別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6E4477-8F58-7680-DE2E-5886FFF23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5635" y="684490"/>
            <a:ext cx="7428125" cy="2005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EF43798-9EE5-E7C3-A9B1-2DE8A34D444C}"/>
              </a:ext>
            </a:extLst>
          </p:cNvPr>
          <p:cNvSpPr txBox="1"/>
          <p:nvPr/>
        </p:nvSpPr>
        <p:spPr>
          <a:xfrm>
            <a:off x="5623088" y="3865466"/>
            <a:ext cx="6396086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400" dirty="0"/>
              <a:t>Net(</a:t>
            </a:r>
          </a:p>
          <a:p>
            <a:r>
              <a:rPr lang="en-US" altLang="zh-TW" sz="1400" dirty="0"/>
              <a:t>  (conv1): Conv2d(1, 6, </a:t>
            </a:r>
            <a:r>
              <a:rPr lang="en-US" altLang="zh-TW" sz="1400" dirty="0" err="1"/>
              <a:t>kernel_size</a:t>
            </a:r>
            <a:r>
              <a:rPr lang="en-US" altLang="zh-TW" sz="1400" dirty="0"/>
              <a:t>=(5, 5), stride=(1, 1))</a:t>
            </a:r>
          </a:p>
          <a:p>
            <a:r>
              <a:rPr lang="en-US" altLang="zh-TW" sz="1400" dirty="0"/>
              <a:t>  (pool): MaxPool2d(</a:t>
            </a:r>
            <a:r>
              <a:rPr lang="en-US" altLang="zh-TW" sz="1400" dirty="0" err="1"/>
              <a:t>kernel_size</a:t>
            </a:r>
            <a:r>
              <a:rPr lang="en-US" altLang="zh-TW" sz="1400" dirty="0"/>
              <a:t>=2, stride=2, padding=0, dilation=1, </a:t>
            </a:r>
            <a:r>
              <a:rPr lang="en-US" altLang="zh-TW" sz="1400" dirty="0" err="1"/>
              <a:t>ceil_mode</a:t>
            </a:r>
            <a:r>
              <a:rPr lang="en-US" altLang="zh-TW" sz="1400" dirty="0"/>
              <a:t>=False)</a:t>
            </a:r>
          </a:p>
          <a:p>
            <a:r>
              <a:rPr lang="en-US" altLang="zh-TW" sz="1400" dirty="0"/>
              <a:t>  (conv2): Conv2d(6, 16, </a:t>
            </a:r>
            <a:r>
              <a:rPr lang="en-US" altLang="zh-TW" sz="1400" dirty="0" err="1"/>
              <a:t>kernel_size</a:t>
            </a:r>
            <a:r>
              <a:rPr lang="en-US" altLang="zh-TW" sz="1400" dirty="0"/>
              <a:t>=(5, 5), stride=(1, 1))</a:t>
            </a:r>
          </a:p>
          <a:p>
            <a:r>
              <a:rPr lang="en-US" altLang="zh-TW" sz="1400" dirty="0"/>
              <a:t>  (fc1): Linear(</a:t>
            </a:r>
            <a:r>
              <a:rPr lang="en-US" altLang="zh-TW" sz="1400" dirty="0" err="1"/>
              <a:t>in_features</a:t>
            </a:r>
            <a:r>
              <a:rPr lang="en-US" altLang="zh-TW" sz="1400" dirty="0"/>
              <a:t>=256, </a:t>
            </a:r>
            <a:r>
              <a:rPr lang="en-US" altLang="zh-TW" sz="1400" dirty="0" err="1"/>
              <a:t>out_features</a:t>
            </a:r>
            <a:r>
              <a:rPr lang="en-US" altLang="zh-TW" sz="1400" dirty="0"/>
              <a:t>=120, bias=True)</a:t>
            </a:r>
          </a:p>
          <a:p>
            <a:r>
              <a:rPr lang="en-US" altLang="zh-TW" sz="1400" dirty="0"/>
              <a:t>  (fc2): Linear(</a:t>
            </a:r>
            <a:r>
              <a:rPr lang="en-US" altLang="zh-TW" sz="1400" dirty="0" err="1"/>
              <a:t>in_features</a:t>
            </a:r>
            <a:r>
              <a:rPr lang="en-US" altLang="zh-TW" sz="1400" dirty="0"/>
              <a:t>=120, </a:t>
            </a:r>
            <a:r>
              <a:rPr lang="en-US" altLang="zh-TW" sz="1400" dirty="0" err="1"/>
              <a:t>out_features</a:t>
            </a:r>
            <a:r>
              <a:rPr lang="en-US" altLang="zh-TW" sz="1400" dirty="0"/>
              <a:t>=84, bias=True)</a:t>
            </a:r>
          </a:p>
          <a:p>
            <a:r>
              <a:rPr lang="en-US" altLang="zh-TW" sz="1400" dirty="0"/>
              <a:t>  (fc3): Linear(</a:t>
            </a:r>
            <a:r>
              <a:rPr lang="en-US" altLang="zh-TW" sz="1400" dirty="0" err="1"/>
              <a:t>in_features</a:t>
            </a:r>
            <a:r>
              <a:rPr lang="en-US" altLang="zh-TW" sz="1400" dirty="0"/>
              <a:t>=84, </a:t>
            </a:r>
            <a:r>
              <a:rPr lang="en-US" altLang="zh-TW" sz="1400" dirty="0" err="1"/>
              <a:t>out_features</a:t>
            </a:r>
            <a:r>
              <a:rPr lang="en-US" altLang="zh-TW" sz="1400" dirty="0"/>
              <a:t>=10, bias=True)</a:t>
            </a:r>
          </a:p>
          <a:p>
            <a:r>
              <a:rPr lang="en-US" altLang="zh-TW" sz="1400" dirty="0"/>
              <a:t>)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07259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0B9ACD3-E20E-3ED2-F23F-CABC27D31FA5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criterion = </a:t>
            </a:r>
            <a:r>
              <a:rPr lang="en-US" altLang="zh-TW" dirty="0" err="1"/>
              <a:t>nn.CrossEntropyLoss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optimizer = </a:t>
            </a:r>
            <a:r>
              <a:rPr lang="en-US" altLang="zh-TW" dirty="0" err="1"/>
              <a:t>optim.SGD</a:t>
            </a:r>
            <a:r>
              <a:rPr lang="en-US" altLang="zh-TW" dirty="0"/>
              <a:t>(</a:t>
            </a:r>
            <a:r>
              <a:rPr lang="en-US" altLang="zh-TW" dirty="0" err="1"/>
              <a:t>net.parameters</a:t>
            </a:r>
            <a:r>
              <a:rPr lang="en-US" altLang="zh-TW" dirty="0"/>
              <a:t>(), </a:t>
            </a:r>
            <a:r>
              <a:rPr lang="en-US" altLang="zh-TW" dirty="0" err="1"/>
              <a:t>lr</a:t>
            </a:r>
            <a:r>
              <a:rPr lang="en-US" altLang="zh-TW" dirty="0"/>
              <a:t>=0.001, momentum=0.9)</a:t>
            </a:r>
          </a:p>
          <a:p>
            <a:endParaRPr lang="en-US" altLang="zh-TW" dirty="0"/>
          </a:p>
          <a:p>
            <a:r>
              <a:rPr lang="en-US" altLang="zh-TW" dirty="0" err="1"/>
              <a:t>num_epocs</a:t>
            </a:r>
            <a:r>
              <a:rPr lang="en-US" altLang="zh-TW" dirty="0"/>
              <a:t> = 20</a:t>
            </a:r>
          </a:p>
          <a:p>
            <a:r>
              <a:rPr lang="en-US" altLang="zh-TW" dirty="0"/>
              <a:t>losses=[]</a:t>
            </a:r>
          </a:p>
          <a:p>
            <a:r>
              <a:rPr lang="en-US" altLang="zh-TW" dirty="0"/>
              <a:t># loop over the dataset multiple times</a:t>
            </a:r>
          </a:p>
          <a:p>
            <a:r>
              <a:rPr lang="en-US" altLang="zh-TW" dirty="0" err="1"/>
              <a:t>startTime</a:t>
            </a:r>
            <a:r>
              <a:rPr lang="en-US" altLang="zh-TW" dirty="0"/>
              <a:t> = </a:t>
            </a:r>
            <a:r>
              <a:rPr lang="en-US" altLang="zh-TW" dirty="0" err="1"/>
              <a:t>time.time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for epoch in range(</a:t>
            </a:r>
            <a:r>
              <a:rPr lang="en-US" altLang="zh-TW" dirty="0" err="1"/>
              <a:t>num_epocs</a:t>
            </a:r>
            <a:r>
              <a:rPr lang="en-US" altLang="zh-TW" dirty="0"/>
              <a:t>):</a:t>
            </a:r>
          </a:p>
          <a:p>
            <a:r>
              <a:rPr lang="en-US" altLang="zh-TW" dirty="0"/>
              <a:t>    </a:t>
            </a:r>
            <a:r>
              <a:rPr lang="en-US" altLang="zh-TW" dirty="0" err="1"/>
              <a:t>running_loss</a:t>
            </a:r>
            <a:r>
              <a:rPr lang="en-US" altLang="zh-TW" dirty="0"/>
              <a:t> = 0.0</a:t>
            </a:r>
          </a:p>
          <a:p>
            <a:endParaRPr lang="en-US" altLang="zh-TW" dirty="0"/>
          </a:p>
          <a:p>
            <a:r>
              <a:rPr lang="zh-TW" altLang="en-US" dirty="0"/>
              <a:t>    </a:t>
            </a:r>
            <a:r>
              <a:rPr lang="en-US" altLang="zh-TW" dirty="0"/>
              <a:t>for </a:t>
            </a:r>
            <a:r>
              <a:rPr lang="en-US" altLang="zh-TW" dirty="0" err="1"/>
              <a:t>i</a:t>
            </a:r>
            <a:r>
              <a:rPr lang="en-US" altLang="zh-TW" dirty="0"/>
              <a:t>, (X, y) in enumerate(</a:t>
            </a:r>
            <a:r>
              <a:rPr lang="en-US" altLang="zh-TW" dirty="0" err="1"/>
              <a:t>trainloader</a:t>
            </a:r>
            <a:r>
              <a:rPr lang="en-US" altLang="zh-TW" dirty="0"/>
              <a:t>):</a:t>
            </a:r>
          </a:p>
          <a:p>
            <a:r>
              <a:rPr lang="en-US" altLang="zh-TW" dirty="0"/>
              <a:t>        # get the inputs</a:t>
            </a:r>
          </a:p>
          <a:p>
            <a:r>
              <a:rPr lang="en-US" altLang="zh-TW" dirty="0"/>
              <a:t>        inputs, labels = X.to(device), y.to(device)</a:t>
            </a:r>
          </a:p>
          <a:p>
            <a:endParaRPr lang="en-US" altLang="zh-TW" dirty="0"/>
          </a:p>
          <a:p>
            <a:r>
              <a:rPr lang="en-US" altLang="zh-TW" dirty="0"/>
              <a:t>        # zero the parameter gradients</a:t>
            </a:r>
          </a:p>
          <a:p>
            <a:r>
              <a:rPr lang="en-US" altLang="zh-TW" dirty="0"/>
              <a:t>        </a:t>
            </a:r>
            <a:r>
              <a:rPr lang="en-US" altLang="zh-TW" dirty="0" err="1"/>
              <a:t>optimizer.zero_grad</a:t>
            </a:r>
            <a:r>
              <a:rPr lang="en-US" altLang="zh-TW" dirty="0"/>
              <a:t>()</a:t>
            </a:r>
          </a:p>
          <a:p>
            <a:endParaRPr lang="en-US" altLang="zh-TW" dirty="0"/>
          </a:p>
          <a:p>
            <a:r>
              <a:rPr lang="en-US" altLang="zh-TW" dirty="0"/>
              <a:t>        # forward + backward + optimize</a:t>
            </a:r>
          </a:p>
          <a:p>
            <a:r>
              <a:rPr lang="en-US" altLang="zh-TW" dirty="0"/>
              <a:t>        outputs = net(inputs)</a:t>
            </a:r>
          </a:p>
          <a:p>
            <a:r>
              <a:rPr lang="en-US" altLang="zh-TW" dirty="0"/>
              <a:t>        loss = criterion(outputs, labels)</a:t>
            </a:r>
          </a:p>
          <a:p>
            <a:r>
              <a:rPr lang="en-US" altLang="zh-TW" dirty="0"/>
              <a:t>        </a:t>
            </a:r>
            <a:r>
              <a:rPr lang="en-US" altLang="zh-TW" dirty="0" err="1"/>
              <a:t>loss.backward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    </a:t>
            </a:r>
            <a:r>
              <a:rPr lang="en-US" altLang="zh-TW" dirty="0" err="1"/>
              <a:t>optimizer.step</a:t>
            </a:r>
            <a:r>
              <a:rPr lang="en-US" altLang="zh-TW" dirty="0"/>
              <a:t>()</a:t>
            </a:r>
          </a:p>
          <a:p>
            <a:endParaRPr lang="en-US" altLang="zh-TW" dirty="0"/>
          </a:p>
          <a:p>
            <a:r>
              <a:rPr lang="en-US" altLang="zh-TW" dirty="0"/>
              <a:t>        </a:t>
            </a:r>
            <a:r>
              <a:rPr lang="en-US" altLang="zh-TW" dirty="0" err="1"/>
              <a:t>running_loss</a:t>
            </a:r>
            <a:r>
              <a:rPr lang="en-US" altLang="zh-TW" dirty="0"/>
              <a:t> += </a:t>
            </a:r>
            <a:r>
              <a:rPr lang="en-US" altLang="zh-TW" dirty="0" err="1"/>
              <a:t>loss.item</a:t>
            </a:r>
            <a:r>
              <a:rPr lang="en-US" altLang="zh-TW" dirty="0"/>
              <a:t>()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F6C5084-0BD6-B09A-C92A-BD376F286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667" y="0"/>
            <a:ext cx="5213333" cy="443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714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0B9ACD3-E20E-3ED2-F23F-CABC27D31FA5}"/>
              </a:ext>
            </a:extLst>
          </p:cNvPr>
          <p:cNvSpPr txBox="1"/>
          <p:nvPr/>
        </p:nvSpPr>
        <p:spPr>
          <a:xfrm>
            <a:off x="-1" y="0"/>
            <a:ext cx="12192001" cy="60631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800" dirty="0"/>
              <a:t> </a:t>
            </a:r>
            <a:r>
              <a:rPr lang="zh-TW" altLang="en-US" sz="1800" dirty="0"/>
              <a:t>   </a:t>
            </a:r>
            <a:r>
              <a:rPr lang="en-US" altLang="zh-TW" sz="1800" dirty="0" err="1"/>
              <a:t>endTime</a:t>
            </a:r>
            <a:r>
              <a:rPr lang="en-US" altLang="zh-TW" sz="1800" dirty="0"/>
              <a:t> = </a:t>
            </a:r>
            <a:r>
              <a:rPr lang="en-US" altLang="zh-TW" sz="1800" dirty="0" err="1"/>
              <a:t>time.time</a:t>
            </a:r>
            <a:r>
              <a:rPr lang="en-US" altLang="zh-TW" sz="1800" dirty="0"/>
              <a:t>() - </a:t>
            </a:r>
            <a:r>
              <a:rPr lang="en-US" altLang="zh-TW" sz="1800" dirty="0" err="1"/>
              <a:t>startTime</a:t>
            </a:r>
            <a:endParaRPr lang="en-US" altLang="zh-TW" sz="1800" dirty="0"/>
          </a:p>
          <a:p>
            <a:r>
              <a:rPr lang="en-US" altLang="zh-TW" sz="1800" dirty="0"/>
              <a:t>    print(</a:t>
            </a:r>
            <a:r>
              <a:rPr lang="en-US" altLang="zh-TW" sz="1800" dirty="0" err="1"/>
              <a:t>f'epoch</a:t>
            </a:r>
            <a:r>
              <a:rPr lang="en-US" altLang="zh-TW" sz="1800" dirty="0"/>
              <a:t>: {epoch+1} loss:{</a:t>
            </a:r>
            <a:r>
              <a:rPr lang="en-US" altLang="zh-TW" sz="1800" dirty="0" err="1"/>
              <a:t>running_loss</a:t>
            </a:r>
            <a:r>
              <a:rPr lang="en-US" altLang="zh-TW" sz="1800" dirty="0"/>
              <a:t>/</a:t>
            </a:r>
            <a:r>
              <a:rPr lang="en-US" altLang="zh-TW" sz="1800" dirty="0" err="1"/>
              <a:t>len</a:t>
            </a:r>
            <a:r>
              <a:rPr lang="en-US" altLang="zh-TW" sz="1800" dirty="0"/>
              <a:t>(</a:t>
            </a:r>
            <a:r>
              <a:rPr lang="en-US" altLang="zh-TW" sz="1800" dirty="0" err="1"/>
              <a:t>trainloader</a:t>
            </a:r>
            <a:r>
              <a:rPr lang="en-US" altLang="zh-TW" sz="1800" dirty="0"/>
              <a:t>):.4f} time:{</a:t>
            </a:r>
            <a:r>
              <a:rPr lang="en-US" altLang="zh-TW" sz="1800" dirty="0" err="1"/>
              <a:t>endTime</a:t>
            </a:r>
            <a:r>
              <a:rPr lang="en-US" altLang="zh-TW" sz="1800" dirty="0"/>
              <a:t>}')</a:t>
            </a:r>
          </a:p>
          <a:p>
            <a:r>
              <a:rPr lang="en-US" altLang="zh-TW" sz="1800" dirty="0"/>
              <a:t>    </a:t>
            </a:r>
            <a:r>
              <a:rPr lang="en-US" altLang="zh-TW" sz="1800" dirty="0" err="1"/>
              <a:t>losses.append</a:t>
            </a:r>
            <a:r>
              <a:rPr lang="en-US" altLang="zh-TW" sz="1800" dirty="0"/>
              <a:t>(</a:t>
            </a:r>
            <a:r>
              <a:rPr lang="en-US" altLang="zh-TW" sz="1800" dirty="0" err="1"/>
              <a:t>running_loss</a:t>
            </a:r>
            <a:r>
              <a:rPr lang="en-US" altLang="zh-TW" sz="1800" dirty="0"/>
              <a:t>/</a:t>
            </a:r>
            <a:r>
              <a:rPr lang="en-US" altLang="zh-TW" sz="1800" dirty="0" err="1"/>
              <a:t>len</a:t>
            </a:r>
            <a:r>
              <a:rPr lang="en-US" altLang="zh-TW" sz="1800" dirty="0"/>
              <a:t>(</a:t>
            </a:r>
            <a:r>
              <a:rPr lang="en-US" altLang="zh-TW" sz="1800" dirty="0" err="1"/>
              <a:t>trainloader</a:t>
            </a:r>
            <a:r>
              <a:rPr lang="en-US" altLang="zh-TW" sz="1800" dirty="0"/>
              <a:t>))</a:t>
            </a:r>
          </a:p>
          <a:p>
            <a:endParaRPr lang="en-US" altLang="zh-TW" dirty="0"/>
          </a:p>
          <a:p>
            <a:r>
              <a:rPr lang="en-US" altLang="zh-TW" dirty="0" err="1"/>
              <a:t>plt.title</a:t>
            </a:r>
            <a:r>
              <a:rPr lang="en-US" altLang="zh-TW" dirty="0"/>
              <a:t>('training losses')</a:t>
            </a:r>
          </a:p>
          <a:p>
            <a:r>
              <a:rPr lang="en-US" altLang="zh-TW" dirty="0" err="1"/>
              <a:t>plt.plot</a:t>
            </a:r>
            <a:r>
              <a:rPr lang="en-US" altLang="zh-TW" dirty="0"/>
              <a:t>(</a:t>
            </a:r>
            <a:r>
              <a:rPr lang="en-US" altLang="zh-TW" dirty="0" err="1"/>
              <a:t>np.arange</a:t>
            </a:r>
            <a:r>
              <a:rPr lang="en-US" altLang="zh-TW" dirty="0"/>
              <a:t>(1, num_epocs+1), losses)</a:t>
            </a:r>
          </a:p>
          <a:p>
            <a:r>
              <a:rPr lang="en-US" altLang="zh-TW" dirty="0" err="1"/>
              <a:t>plt.show</a:t>
            </a:r>
            <a:r>
              <a:rPr lang="en-US" altLang="zh-TW" dirty="0"/>
              <a:t>()</a:t>
            </a:r>
          </a:p>
          <a:p>
            <a:endParaRPr lang="en-US" altLang="zh-TW" dirty="0"/>
          </a:p>
          <a:p>
            <a:r>
              <a:rPr lang="en-US" altLang="zh-TW" dirty="0"/>
              <a:t>correct = 0</a:t>
            </a:r>
          </a:p>
          <a:p>
            <a:r>
              <a:rPr lang="en-US" altLang="zh-TW" dirty="0"/>
              <a:t>total = 0</a:t>
            </a:r>
          </a:p>
          <a:p>
            <a:endParaRPr lang="en-US" altLang="zh-TW" dirty="0"/>
          </a:p>
          <a:p>
            <a:r>
              <a:rPr lang="en-US" altLang="zh-TW" dirty="0"/>
              <a:t>with </a:t>
            </a:r>
            <a:r>
              <a:rPr lang="en-US" altLang="zh-TW" dirty="0" err="1"/>
              <a:t>torch.no_grad</a:t>
            </a:r>
            <a:r>
              <a:rPr lang="en-US" altLang="zh-TW" dirty="0"/>
              <a:t>():</a:t>
            </a:r>
          </a:p>
          <a:p>
            <a:r>
              <a:rPr lang="en-US" altLang="zh-TW" dirty="0"/>
              <a:t>    for (X, y) in </a:t>
            </a:r>
            <a:r>
              <a:rPr lang="en-US" altLang="zh-TW" dirty="0" err="1"/>
              <a:t>testloader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        images, labels = X.to(device), y.to(device)</a:t>
            </a:r>
          </a:p>
          <a:p>
            <a:r>
              <a:rPr lang="en-US" altLang="zh-TW" dirty="0"/>
              <a:t>        outputs = net(images)</a:t>
            </a:r>
          </a:p>
          <a:p>
            <a:r>
              <a:rPr lang="en-US" altLang="zh-TW" dirty="0"/>
              <a:t>        _, predicted = </a:t>
            </a:r>
            <a:r>
              <a:rPr lang="en-US" altLang="zh-TW" dirty="0" err="1"/>
              <a:t>torch.max</a:t>
            </a:r>
            <a:r>
              <a:rPr lang="en-US" altLang="zh-TW" dirty="0"/>
              <a:t>(</a:t>
            </a:r>
            <a:r>
              <a:rPr lang="en-US" altLang="zh-TW" dirty="0" err="1"/>
              <a:t>outputs.data</a:t>
            </a:r>
            <a:r>
              <a:rPr lang="en-US" altLang="zh-TW" dirty="0"/>
              <a:t>, 1)</a:t>
            </a:r>
          </a:p>
          <a:p>
            <a:r>
              <a:rPr lang="en-US" altLang="zh-TW" dirty="0"/>
              <a:t>        total += </a:t>
            </a:r>
            <a:r>
              <a:rPr lang="en-US" altLang="zh-TW" dirty="0" err="1"/>
              <a:t>labels.size</a:t>
            </a:r>
            <a:r>
              <a:rPr lang="en-US" altLang="zh-TW" dirty="0"/>
              <a:t>(0)</a:t>
            </a:r>
          </a:p>
          <a:p>
            <a:r>
              <a:rPr lang="en-US" altLang="zh-TW" dirty="0"/>
              <a:t>        correct += (predicted == labels).sum().item()</a:t>
            </a:r>
          </a:p>
          <a:p>
            <a:endParaRPr lang="en-US" altLang="zh-TW" dirty="0"/>
          </a:p>
          <a:p>
            <a:r>
              <a:rPr lang="en-US" altLang="zh-TW" dirty="0"/>
              <a:t>print(f'\</a:t>
            </a:r>
            <a:r>
              <a:rPr lang="en-US" altLang="zh-TW" dirty="0" err="1"/>
              <a:t>nAccuracy</a:t>
            </a:r>
            <a:r>
              <a:rPr lang="en-US" altLang="zh-TW" dirty="0"/>
              <a:t> of the network on the 10000 test images:{100.0 * correct / total}%')</a:t>
            </a:r>
          </a:p>
          <a:p>
            <a:endParaRPr lang="en-US" altLang="zh-TW" sz="1400" dirty="0"/>
          </a:p>
          <a:p>
            <a:endParaRPr lang="en-US" altLang="zh-TW" sz="14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320F76F-0647-8B02-753C-0E8ED9CCB00D}"/>
              </a:ext>
            </a:extLst>
          </p:cNvPr>
          <p:cNvSpPr txBox="1"/>
          <p:nvPr/>
        </p:nvSpPr>
        <p:spPr>
          <a:xfrm>
            <a:off x="8239027" y="30355"/>
            <a:ext cx="3952972" cy="54784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400" dirty="0"/>
              <a:t>epoch: 1 loss:0.7658 time:12.434873580932617</a:t>
            </a:r>
          </a:p>
          <a:p>
            <a:r>
              <a:rPr lang="en-US" altLang="zh-TW" sz="1400" dirty="0"/>
              <a:t>epoch: 2 loss:0.1366 time:24.106077194213867</a:t>
            </a:r>
          </a:p>
          <a:p>
            <a:r>
              <a:rPr lang="en-US" altLang="zh-TW" sz="1400" dirty="0"/>
              <a:t>epoch: 3 loss:0.0952 time:35.85927367210388</a:t>
            </a:r>
          </a:p>
          <a:p>
            <a:r>
              <a:rPr lang="en-US" altLang="zh-TW" sz="1400" dirty="0"/>
              <a:t>epoch: 4 loss:0.0745 time:49.53547549247742</a:t>
            </a:r>
          </a:p>
          <a:p>
            <a:r>
              <a:rPr lang="en-US" altLang="zh-TW" sz="1400" dirty="0"/>
              <a:t>epoch: 5 loss:0.0628 time:64.852548122406</a:t>
            </a:r>
          </a:p>
          <a:p>
            <a:r>
              <a:rPr lang="en-US" altLang="zh-TW" sz="1400" dirty="0"/>
              <a:t>epoch: 6 loss:0.0545 time:80.8273286819458</a:t>
            </a:r>
          </a:p>
          <a:p>
            <a:r>
              <a:rPr lang="en-US" altLang="zh-TW" sz="1400" dirty="0"/>
              <a:t>epoch: 7 loss:0.0476 time:95.73263573646545</a:t>
            </a:r>
          </a:p>
          <a:p>
            <a:r>
              <a:rPr lang="en-US" altLang="zh-TW" sz="1400" dirty="0"/>
              <a:t>epoch: 8 loss:0.0434 time:111.11370730400085</a:t>
            </a:r>
          </a:p>
          <a:p>
            <a:r>
              <a:rPr lang="en-US" altLang="zh-TW" sz="1400" dirty="0"/>
              <a:t>epoch: 9 loss:0.0374 time:125.04886198043823</a:t>
            </a:r>
          </a:p>
          <a:p>
            <a:r>
              <a:rPr lang="en-US" altLang="zh-TW" sz="1400" dirty="0"/>
              <a:t>epoch: 10 loss:0.0341 time:140.46014523506165</a:t>
            </a:r>
          </a:p>
          <a:p>
            <a:r>
              <a:rPr lang="en-US" altLang="zh-TW" sz="1400" dirty="0"/>
              <a:t>epoch: 11 loss:0.0302 time:153.90957117080688</a:t>
            </a:r>
          </a:p>
          <a:p>
            <a:r>
              <a:rPr lang="en-US" altLang="zh-TW" sz="1400" dirty="0"/>
              <a:t>epoch: 12 loss:0.0290 time:169.26028180122375</a:t>
            </a:r>
          </a:p>
          <a:p>
            <a:r>
              <a:rPr lang="en-US" altLang="zh-TW" sz="1400" dirty="0"/>
              <a:t>epoch: 13 loss:0.0257 time:182.89487719535828</a:t>
            </a:r>
          </a:p>
          <a:p>
            <a:r>
              <a:rPr lang="en-US" altLang="zh-TW" sz="1400" dirty="0"/>
              <a:t>epoch: 14 loss:0.0231 time:198.9877061843872</a:t>
            </a:r>
          </a:p>
          <a:p>
            <a:r>
              <a:rPr lang="en-US" altLang="zh-TW" sz="1400" dirty="0"/>
              <a:t>epoch: 15 loss:0.0214 time:212.50299191474915</a:t>
            </a:r>
          </a:p>
          <a:p>
            <a:r>
              <a:rPr lang="en-US" altLang="zh-TW" sz="1400" dirty="0"/>
              <a:t>epoch: 16 loss:0.0195 time:227.9205458164215</a:t>
            </a:r>
          </a:p>
          <a:p>
            <a:r>
              <a:rPr lang="en-US" altLang="zh-TW" sz="1400" dirty="0"/>
              <a:t>epoch: 17 loss:0.0183 time:241.22391366958618</a:t>
            </a:r>
          </a:p>
          <a:p>
            <a:r>
              <a:rPr lang="en-US" altLang="zh-TW" sz="1400" dirty="0"/>
              <a:t>epoch: 18 loss:0.0167 time:256.62231707572937</a:t>
            </a:r>
          </a:p>
          <a:p>
            <a:r>
              <a:rPr lang="en-US" altLang="zh-TW" sz="1400" dirty="0"/>
              <a:t>epoch: 19 loss:0.0155 time:269.73035502433777</a:t>
            </a:r>
          </a:p>
          <a:p>
            <a:r>
              <a:rPr lang="en-US" altLang="zh-TW" sz="1400" dirty="0"/>
              <a:t>epoch: 20 loss:0.0146 time:285.7234671115875</a:t>
            </a:r>
          </a:p>
          <a:p>
            <a:endParaRPr lang="en-US" altLang="zh-TW" sz="1400" dirty="0"/>
          </a:p>
          <a:p>
            <a:r>
              <a:rPr lang="en-US" altLang="zh-TW" sz="1400" dirty="0"/>
              <a:t>Accuracy of the network on the 10000 test images:98.64%</a:t>
            </a:r>
          </a:p>
          <a:p>
            <a:endParaRPr lang="en-US" altLang="zh-TW" sz="1400" dirty="0"/>
          </a:p>
          <a:p>
            <a:r>
              <a:rPr lang="en-US" altLang="zh-TW" sz="1400" dirty="0"/>
              <a:t>Process finished with exit code 0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0719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5B405-5484-1EEA-FF62-1633EC49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5496C76-1B7F-35D3-35C5-D8F0595E7B9C}"/>
              </a:ext>
            </a:extLst>
          </p:cNvPr>
          <p:cNvSpPr txBox="1"/>
          <p:nvPr/>
        </p:nvSpPr>
        <p:spPr>
          <a:xfrm>
            <a:off x="0" y="1599599"/>
            <a:ext cx="12192000" cy="275152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torch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torch.nn.functional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F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torch.optim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optim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torchvision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torchvision.transforms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transforms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matplotlib.pyplot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numpy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np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Net(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nn.Module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B200B2"/>
                </a:solidFill>
                <a:effectLst/>
                <a:latin typeface="JetBrains Mono"/>
              </a:rPr>
              <a:t>__</a:t>
            </a:r>
            <a:r>
              <a:rPr lang="en-US" altLang="zh-TW" sz="1800" dirty="0" err="1">
                <a:solidFill>
                  <a:srgbClr val="B200B2"/>
                </a:solidFill>
                <a:effectLst/>
                <a:latin typeface="JetBrains Mono"/>
              </a:rPr>
              <a:t>init</a:t>
            </a:r>
            <a:r>
              <a:rPr lang="en-US" altLang="zh-TW" sz="1800" dirty="0">
                <a:solidFill>
                  <a:srgbClr val="B200B2"/>
                </a:solidFill>
                <a:effectLst/>
                <a:latin typeface="JetBrains Mono"/>
              </a:rPr>
              <a:t>__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super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(Net,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).</a:t>
            </a:r>
            <a:r>
              <a:rPr lang="en-US" altLang="zh-TW" sz="1800" dirty="0">
                <a:solidFill>
                  <a:srgbClr val="B200B2"/>
                </a:solidFill>
                <a:effectLst/>
                <a:latin typeface="JetBrains Mono"/>
              </a:rPr>
              <a:t>__</a:t>
            </a:r>
            <a:r>
              <a:rPr lang="en-US" altLang="zh-TW" sz="1800" dirty="0" err="1">
                <a:solidFill>
                  <a:srgbClr val="B200B2"/>
                </a:solidFill>
                <a:effectLst/>
                <a:latin typeface="JetBrains Mono"/>
              </a:rPr>
              <a:t>init</a:t>
            </a:r>
            <a:r>
              <a:rPr lang="en-US" altLang="zh-TW" sz="1800" dirty="0">
                <a:solidFill>
                  <a:srgbClr val="B200B2"/>
                </a:solidFill>
                <a:effectLst/>
                <a:latin typeface="JetBrains Mono"/>
              </a:rPr>
              <a:t>__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.conv1 = nn.Conv2d(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.pool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nn.MaxPool2d(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.conv2 = nn.Conv2d(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.fc1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nn.Linear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16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120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.fc2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nn.Linear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120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84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.fc3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nn.Linear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84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forward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 err="1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.pool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F.relu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.conv1(x)))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 err="1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.pool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F.relu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.conv2(x)))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x.view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(-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16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F.relu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.fc1(x))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F.relu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.fc2(x))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.fc3(x)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transform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transforms.Compose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transforms.ToTensor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transforms.Normalize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), 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))])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trainset = torchvision.datasets.CIFAR10(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root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'./data'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train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download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transform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=transform)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torch.utils.data.DataLoader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(trainset,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shuffle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testset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torchvision.datasets.CIFAR10(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root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'./data'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train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False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download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transform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=transform)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testloader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torch.utils.data.DataLoader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testset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shuffle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False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classes = 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'plane'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'car'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'bird'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'cat'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'deer'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'dog'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'frog'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'horse'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'ship'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'truck'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 err="1">
                <a:solidFill>
                  <a:srgbClr val="56A8F5"/>
                </a:solidFill>
                <a:effectLst/>
                <a:latin typeface="JetBrains Mono"/>
              </a:rPr>
              <a:t>imshow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/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+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unnormalize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npimg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img.numpy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plt.imshow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np.transpose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npimg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plt.show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get some random training images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dataiter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iter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images, labels =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next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dataiter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show images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imshow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torchvision.utils.make_grid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(images))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print labels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 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.join(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'%5s'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% classes[labels[j]]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j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device =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cuda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torch.cuda.is_available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else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cpu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net = Net().to(device)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criterion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nn.CrossEntropyLoss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optimizer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optim.SGD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net.parameters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lr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0.001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momentum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0.9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epoches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epoch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epoches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):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loop over the dataset multiple times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(X, y)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enumerate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get the inputs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inputs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labels = X.to(device), y.to(device)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zero the parameter gradients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optimizer.zero_grad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forward + backward + optimize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outputs = net(inputs)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loss = criterion(outputs, labels)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loss.backward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optimizer.step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print statistics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+=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loss.item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%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2000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1999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print every 2000 mini-batches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'[%d, %5d] loss: %.3f'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% (epoch +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+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/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2000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'Finished Training'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correct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total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with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torch.no_grad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(X, y)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testloader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images, labels = X.to(device), y.to(device)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outputs = net(images)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_, predicted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torch.max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outputs.data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total +=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labels.size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correct += (predicted == labels).sum().item()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'Accuracy of the network on the 10000 test images: %d %%'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% 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100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correct / total))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endParaRPr lang="en-US" altLang="zh-TW" sz="18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526DA22-89AA-E122-FE3C-27EB0EF8C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99599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6600" dirty="0"/>
              <a:t>Lab</a:t>
            </a:r>
            <a:r>
              <a:rPr lang="zh-TW" altLang="en-US" sz="6600" dirty="0"/>
              <a:t> </a:t>
            </a:r>
            <a:r>
              <a:rPr lang="en-US" altLang="zh-TW" sz="6600" dirty="0"/>
              <a:t>2 LeNetCIFAR10.py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4177014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FFC72D8-AF1A-3410-9DA0-164F0580C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2" y="1008492"/>
            <a:ext cx="5021674" cy="4276564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92E6BA3-7E10-5CA6-F208-6DB363EC6265}"/>
              </a:ext>
            </a:extLst>
          </p:cNvPr>
          <p:cNvSpPr txBox="1"/>
          <p:nvPr/>
        </p:nvSpPr>
        <p:spPr>
          <a:xfrm>
            <a:off x="5706208" y="1008492"/>
            <a:ext cx="6380284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C:\Users\user\anaconda3\envs\torch5800\python.exe E:\Pytorch\L005_CNN\LeNetCIFAR10.py </a:t>
            </a:r>
          </a:p>
          <a:p>
            <a:r>
              <a:rPr lang="zh-TW" altLang="en-US" dirty="0"/>
              <a:t> deer   car plane   car</a:t>
            </a:r>
          </a:p>
          <a:p>
            <a:r>
              <a:rPr lang="zh-TW" altLang="en-US" dirty="0"/>
              <a:t>[1,  2000] loss: 2.231</a:t>
            </a:r>
          </a:p>
          <a:p>
            <a:r>
              <a:rPr lang="zh-TW" altLang="en-US" dirty="0"/>
              <a:t>[1,  4000] loss: 1.862</a:t>
            </a:r>
            <a:endParaRPr lang="en-US" altLang="zh-TW" dirty="0"/>
          </a:p>
          <a:p>
            <a:endParaRPr lang="zh-TW" altLang="en-US" dirty="0"/>
          </a:p>
          <a:p>
            <a:r>
              <a:rPr lang="en-US" altLang="zh-TW" dirty="0"/>
              <a:t>…</a:t>
            </a:r>
          </a:p>
          <a:p>
            <a:endParaRPr lang="zh-TW" altLang="en-US" dirty="0"/>
          </a:p>
          <a:p>
            <a:r>
              <a:rPr lang="zh-TW" altLang="en-US" dirty="0"/>
              <a:t>[20, 10000] loss: 0.659</a:t>
            </a:r>
          </a:p>
          <a:p>
            <a:r>
              <a:rPr lang="zh-TW" altLang="en-US" dirty="0"/>
              <a:t>[20, 12000] loss: 0.684</a:t>
            </a:r>
          </a:p>
          <a:p>
            <a:r>
              <a:rPr lang="zh-TW" altLang="en-US" dirty="0"/>
              <a:t>Finished Training</a:t>
            </a:r>
          </a:p>
          <a:p>
            <a:r>
              <a:rPr lang="zh-TW" altLang="en-US" dirty="0"/>
              <a:t>Accuracy of the network on the 10000 test images: 62 %</a:t>
            </a:r>
          </a:p>
          <a:p>
            <a:endParaRPr lang="zh-TW" altLang="en-US" dirty="0"/>
          </a:p>
          <a:p>
            <a:r>
              <a:rPr lang="zh-TW" altLang="en-US" dirty="0"/>
              <a:t>Process finished with exit code 0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38230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362F85D-B6A4-4F3F-2C75-36FBCE9E9518}"/>
              </a:ext>
            </a:extLst>
          </p:cNvPr>
          <p:cNvSpPr txBox="1"/>
          <p:nvPr/>
        </p:nvSpPr>
        <p:spPr>
          <a:xfrm>
            <a:off x="0" y="1617184"/>
            <a:ext cx="12192000" cy="308392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torch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from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torch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from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torch.utils.data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DataLoader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from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torchvision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datasets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torchvision.transforms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transforms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torch.nn.functional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F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torch.optim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optim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matplotlib.pyplot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transforms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transforms.Compose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transforms.Resize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)),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    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transforms.ToTensor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(),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    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transforms.Normalize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mean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std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)),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                ])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Download training data from Image Folder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dataAll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datasets.ImageFolder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root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"../data/kagglecatsanddogs_5340/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PetImages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transform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 transforms,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num_datapoints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dataAll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num_datapoints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split training data into two parts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</a:t>
            </a:r>
            <a:r>
              <a:rPr lang="en-US" altLang="zh-TW" sz="1800" dirty="0" err="1">
                <a:solidFill>
                  <a:srgbClr val="7A7E85"/>
                </a:solidFill>
                <a:effectLst/>
                <a:latin typeface="JetBrains Mono"/>
              </a:rPr>
              <a:t>training_set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(70%)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</a:t>
            </a:r>
            <a:r>
              <a:rPr lang="en-US" altLang="zh-TW" sz="1800" dirty="0" err="1">
                <a:solidFill>
                  <a:srgbClr val="7A7E85"/>
                </a:solidFill>
                <a:effectLst/>
                <a:latin typeface="JetBrains Mono"/>
              </a:rPr>
              <a:t>validation_set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(30%)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0.7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dataAll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test_size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dataAll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 -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train_size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train_set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test_set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torch.utils.data.random_split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dataAll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[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test_size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Create data loaders.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16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train_dataloader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train_set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shuffle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test_dataloader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test_set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shuffle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Get </a:t>
            </a:r>
            <a:r>
              <a:rPr lang="en-US" altLang="zh-TW" sz="1800" dirty="0" err="1">
                <a:solidFill>
                  <a:srgbClr val="7A7E85"/>
                </a:solidFill>
                <a:effectLst/>
                <a:latin typeface="JetBrains Mono"/>
              </a:rPr>
              <a:t>cpu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or </a:t>
            </a:r>
            <a:r>
              <a:rPr lang="en-US" altLang="zh-TW" sz="1800" dirty="0" err="1">
                <a:solidFill>
                  <a:srgbClr val="7A7E85"/>
                </a:solidFill>
                <a:effectLst/>
                <a:latin typeface="JetBrains Mono"/>
              </a:rPr>
              <a:t>gpu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for training.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device =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cuda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torch.cuda.is_available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else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cpu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f"Using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device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 device"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classes = 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'Cat'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'Dog'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Net(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nn.Module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B200B2"/>
                </a:solidFill>
                <a:effectLst/>
                <a:latin typeface="JetBrains Mono"/>
              </a:rPr>
              <a:t>__</a:t>
            </a:r>
            <a:r>
              <a:rPr lang="en-US" altLang="zh-TW" sz="1800" dirty="0" err="1">
                <a:solidFill>
                  <a:srgbClr val="B200B2"/>
                </a:solidFill>
                <a:effectLst/>
                <a:latin typeface="JetBrains Mono"/>
              </a:rPr>
              <a:t>init</a:t>
            </a:r>
            <a:r>
              <a:rPr lang="en-US" altLang="zh-TW" sz="1800" dirty="0">
                <a:solidFill>
                  <a:srgbClr val="B200B2"/>
                </a:solidFill>
                <a:effectLst/>
                <a:latin typeface="JetBrains Mono"/>
              </a:rPr>
              <a:t>__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super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(Net,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).</a:t>
            </a:r>
            <a:r>
              <a:rPr lang="en-US" altLang="zh-TW" sz="1800" dirty="0">
                <a:solidFill>
                  <a:srgbClr val="B200B2"/>
                </a:solidFill>
                <a:effectLst/>
                <a:latin typeface="JetBrains Mono"/>
              </a:rPr>
              <a:t>__</a:t>
            </a:r>
            <a:r>
              <a:rPr lang="en-US" altLang="zh-TW" sz="1800" dirty="0" err="1">
                <a:solidFill>
                  <a:srgbClr val="B200B2"/>
                </a:solidFill>
                <a:effectLst/>
                <a:latin typeface="JetBrains Mono"/>
              </a:rPr>
              <a:t>init</a:t>
            </a:r>
            <a:r>
              <a:rPr lang="en-US" altLang="zh-TW" sz="1800" dirty="0">
                <a:solidFill>
                  <a:srgbClr val="B200B2"/>
                </a:solidFill>
                <a:effectLst/>
                <a:latin typeface="JetBrains Mono"/>
              </a:rPr>
              <a:t>__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.conv1 = nn.Conv2d(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.pool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nn.MaxPool2d(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.conv2 = nn.Conv2d(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.fc1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nn.Linear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16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120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.fc2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nn.Linear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120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84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.fc3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nn.Linear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84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lang="en-US" altLang="zh-TW" sz="1800" dirty="0">
                <a:solidFill>
                  <a:srgbClr val="56A8F5"/>
                </a:solidFill>
                <a:effectLst/>
                <a:latin typeface="JetBrains Mono"/>
              </a:rPr>
              <a:t>forward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x):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 err="1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.pool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F.relu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.conv1(x)))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 err="1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.pool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F.relu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.conv2(x)))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x.view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(-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16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F.relu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.fc1(x))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F.relu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.fc2(x))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x = </a:t>
            </a:r>
            <a:r>
              <a:rPr lang="en-US" altLang="zh-TW" sz="1800" dirty="0"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.fc3(x)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net = Net()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criterion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nn.CrossEntropyLoss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optimizer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optim.SGD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net.parameters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lr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0.001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momentum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0.9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learnloss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[]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epoch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):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loop over the dataset multiple times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size = </a:t>
            </a:r>
            <a:r>
              <a:rPr lang="en-US" altLang="zh-TW" sz="18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train_dataloader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f"Training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 epoch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{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epoch+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}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data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enumerate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train_dataloader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get the inputs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inputs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labels = data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zero the parameter gradients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optimizer.zero_grad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forward + backward + optimize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outputs = net(inputs)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loss = criterion(outputs, labels)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loss.backward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optimizer.step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print statistics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+=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loss.item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learnloss.append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/size)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learnloss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plt.plot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learnloss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plt.show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'Finished Training'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correct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total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with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torch.no_grad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data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test_dataloader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images, labels = data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outputs = net(images)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_, predicted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torch.max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outputs.data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total +=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labels.size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correct += (predicted == labels).sum().item()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'Accuracy of the network on the 10000 test images: %d %%'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% 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100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correct / total))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endParaRPr lang="en-US" altLang="zh-TW" sz="18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8B515A6-1B86-66D6-C07D-BF6EDD2BF1B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5995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6600" dirty="0"/>
              <a:t>Lab</a:t>
            </a:r>
            <a:r>
              <a:rPr lang="zh-TW" altLang="en-US" sz="6600" dirty="0"/>
              <a:t> </a:t>
            </a:r>
            <a:r>
              <a:rPr lang="en-US" altLang="zh-TW" sz="6600" dirty="0"/>
              <a:t>3 CatDogCNN.py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241139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D49432B-7808-65ED-8D13-20FD82765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995947"/>
            <a:ext cx="5250474" cy="447141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7B0148A-875E-B6E0-EECD-A5CCE9E4B650}"/>
              </a:ext>
            </a:extLst>
          </p:cNvPr>
          <p:cNvSpPr txBox="1"/>
          <p:nvPr/>
        </p:nvSpPr>
        <p:spPr>
          <a:xfrm>
            <a:off x="6068158" y="0"/>
            <a:ext cx="6123842" cy="64633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C:\Users\user\anaconda3\envs\torch5800\python.exe E:\Pytorch\L005_CNN\CatDogCNN.py </a:t>
            </a:r>
          </a:p>
          <a:p>
            <a:r>
              <a:rPr lang="zh-TW" altLang="en-US" dirty="0"/>
              <a:t>24997</a:t>
            </a:r>
          </a:p>
          <a:p>
            <a:r>
              <a:rPr lang="zh-TW" altLang="en-US" dirty="0"/>
              <a:t>Using cuda device</a:t>
            </a:r>
          </a:p>
          <a:p>
            <a:r>
              <a:rPr lang="zh-TW" altLang="en-US" dirty="0"/>
              <a:t>Training epoch 1</a:t>
            </a:r>
          </a:p>
          <a:p>
            <a:r>
              <a:rPr lang="zh-TW" altLang="en-US" dirty="0"/>
              <a:t>Training epoch 2</a:t>
            </a:r>
            <a:endParaRPr lang="en-US" altLang="zh-TW" dirty="0"/>
          </a:p>
          <a:p>
            <a:r>
              <a:rPr lang="en-US" altLang="zh-TW" dirty="0"/>
              <a:t>…</a:t>
            </a:r>
            <a:endParaRPr lang="zh-TW" altLang="en-US" dirty="0"/>
          </a:p>
          <a:p>
            <a:r>
              <a:rPr lang="zh-TW" altLang="en-US" dirty="0"/>
              <a:t>Training epoch 99</a:t>
            </a:r>
          </a:p>
          <a:p>
            <a:r>
              <a:rPr lang="zh-TW" altLang="en-US" dirty="0"/>
              <a:t>Training epoch 100</a:t>
            </a:r>
          </a:p>
          <a:p>
            <a:r>
              <a:rPr lang="zh-TW" altLang="en-US" dirty="0"/>
              <a:t>[0.8084878704665566, 0.6851287069551688, </a:t>
            </a:r>
            <a:endParaRPr lang="en-US" altLang="zh-TW" dirty="0"/>
          </a:p>
          <a:p>
            <a:r>
              <a:rPr lang="en-US" altLang="zh-TW" dirty="0"/>
              <a:t>…</a:t>
            </a:r>
          </a:p>
          <a:p>
            <a:r>
              <a:rPr lang="zh-TW" altLang="en-US" dirty="0"/>
              <a:t>0.0003145819692422508, 0.00040233017752000256]</a:t>
            </a:r>
          </a:p>
          <a:p>
            <a:r>
              <a:rPr lang="zh-TW" altLang="en-US" dirty="0"/>
              <a:t>Finished Training</a:t>
            </a:r>
          </a:p>
          <a:p>
            <a:r>
              <a:rPr lang="zh-TW" altLang="en-US" dirty="0"/>
              <a:t>C:\Users\user\anaconda3\envs\torch5800\Lib\site-packages\PIL\TiffImagePlugin.py:949: UserWarning: Truncated File Read</a:t>
            </a:r>
          </a:p>
          <a:p>
            <a:r>
              <a:rPr lang="zh-TW" altLang="en-US" dirty="0"/>
              <a:t>  warnings.warn(str(msg))</a:t>
            </a:r>
          </a:p>
          <a:p>
            <a:r>
              <a:rPr lang="zh-TW" altLang="en-US" dirty="0"/>
              <a:t>Accuracy of the network on the 10000 test images: 73 %</a:t>
            </a:r>
          </a:p>
          <a:p>
            <a:endParaRPr lang="zh-TW" altLang="en-US" dirty="0"/>
          </a:p>
          <a:p>
            <a:r>
              <a:rPr lang="zh-TW" altLang="en-US" dirty="0"/>
              <a:t>Process finished with exit code 0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20605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D223-C4AC-1A6C-7402-4959D3927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7FC2706-E157-0073-BF15-D1BCF5007563}"/>
              </a:ext>
            </a:extLst>
          </p:cNvPr>
          <p:cNvSpPr txBox="1"/>
          <p:nvPr/>
        </p:nvSpPr>
        <p:spPr>
          <a:xfrm>
            <a:off x="0" y="1608391"/>
            <a:ext cx="11975123" cy="397031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cats and dogs classification using VGG16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torch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from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torch.autograd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Variable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torchvision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from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torchvision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datasets, transforms, models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matplotlib.pyplot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os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time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path =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dog_vs_cat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b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transform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transforms.Compose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transforms.Resize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224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224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)),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    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transforms.ToTensor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(),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    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transforms.Normalize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], 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])])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data_image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{x: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datasets.ImageFolder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root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os.path.join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(path, x),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transform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=transform)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"train"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val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]}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data_image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data_loader_image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{x: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torch.utils.data.DataLoader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dataset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data_image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[x],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shuffle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 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"train"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val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]}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show information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use_gpu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torch.cuda.is_available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use_gpu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classes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data_image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"train"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].classes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classes_index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data_image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"train"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].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class_to_idx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(classes)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classes_index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"train data set:"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data_image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"train"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"validation data set:"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data_image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val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  <a:t># show image</a:t>
            </a:r>
            <a:br>
              <a:rPr lang="en-US" altLang="zh-TW" sz="18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X_train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y_train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next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iter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data_loader_image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"train"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mean = 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std = 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torchvision.utils.make_grid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X_train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img.numpy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().transpose((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* std + mean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([classes[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y_train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plt.imshow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plt.show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model = models.vgg16()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(model)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parma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model.parameters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parma.requires_grad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False</a:t>
            </a:r>
            <a:b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model.classifier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torch.nn.Sequential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torch.nn.Linear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25088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4096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),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           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torch.nn.ReLU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(),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           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torch.nn.Dropout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p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),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           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torch.nn.Linear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4096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4096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),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           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torch.nn.ReLU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(),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           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torch.nn.Dropout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p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),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           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torch.nn.Linear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4096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index,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parma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enumerate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model.classifier.parameters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index ==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parma.requires_grad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b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use_gpu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model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model.cuda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cost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torch.nn.CrossEntropyLoss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optimizer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torch.optim.Adam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model.classifier.parameters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(model)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n_epochs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epoch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n_epochs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since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time.time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"Epoch {}/{}"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.format(epoch,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n_epochs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"-"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param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[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"train"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val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param ==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"train"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model.train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True</a:t>
            </a:r>
            <a:b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        else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model.train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False</a:t>
            </a:r>
            <a:b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running_correct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batch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data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data_loader_image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[param]: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batch +=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b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           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X, y = data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use_gpu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X, y = Variable(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X.cuda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()), Variable(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y.cuda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else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X, y = Variable(X), Variable(y)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optimizer.zero_grad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y_pred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model(X)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_, pred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torch.max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y_pred.data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loss = cost(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y_pred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y)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param ==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"train"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loss.backward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optimizer.step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+=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loss.data.item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running_correct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+=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torch.sum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(pred ==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y.data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batch %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5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 </a:t>
            </a: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and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param == 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"train"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"Batch {}, Train Loss:{:.4f}, Train ACC:{:.4f}"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.format(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    batch,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/ 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batch),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100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running_correct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/ 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4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batch)))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epoch_loss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/ </a:t>
            </a:r>
            <a:r>
              <a:rPr lang="en-US" altLang="zh-TW" sz="18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data_image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[param])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epoch_correct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100 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running_correct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/ </a:t>
            </a:r>
            <a:r>
              <a:rPr lang="en-US" altLang="zh-TW" sz="18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data_image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[param])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"{} Loss:{:.4f}, Correct:{:.4f}"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.format(param,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epoch_loss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epoch_correct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now_time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time.time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 - since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"Training time is:{:.0f}m {:.0f}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s"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.format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now_time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//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now_time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%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60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data_test_img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datasets.ImageFolder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root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lang="en-US" altLang="zh-TW" sz="1800" dirty="0" err="1">
                <a:solidFill>
                  <a:srgbClr val="6AAB73"/>
                </a:solidFill>
                <a:effectLst/>
                <a:latin typeface="JetBrains Mono"/>
              </a:rPr>
              <a:t>dog_vs_cat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/test/"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transform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=transform)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data_loader_test_img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torch.utils.data.DataLoader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AA4926"/>
                </a:solidFill>
                <a:effectLst/>
                <a:latin typeface="JetBrains Mono"/>
              </a:rPr>
              <a:t>dataset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data_test_img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                                               </a:t>
            </a:r>
            <a:r>
              <a:rPr lang="en-US" altLang="zh-TW" sz="1800" dirty="0" err="1">
                <a:solidFill>
                  <a:srgbClr val="AA4926"/>
                </a:solidFill>
                <a:effectLst/>
                <a:latin typeface="JetBrains Mono"/>
              </a:rPr>
              <a:t>batch_size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=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16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image, label = 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next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iter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data_loader_test_img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images = Variable(image)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use_gpu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   images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images.cuda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y_pred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model(images)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_, pred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torch.max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y_pred.data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(pred)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torchvision.utils.make_grid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(image)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img.numpy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().transpose(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mean = 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std = [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US" altLang="zh-TW" sz="1800" dirty="0">
                <a:solidFill>
                  <a:srgbClr val="2AACB8"/>
                </a:solidFill>
                <a:effectLst/>
                <a:latin typeface="JetBrains Mono"/>
              </a:rPr>
              <a:t>0.5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]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 * std + mean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plt.imshow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img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 err="1">
                <a:solidFill>
                  <a:srgbClr val="BCBEC4"/>
                </a:solidFill>
                <a:effectLst/>
                <a:latin typeface="JetBrains Mono"/>
              </a:rPr>
              <a:t>plt.show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zh-TW" sz="18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altLang="zh-TW" sz="1800" dirty="0">
                <a:solidFill>
                  <a:srgbClr val="6AAB73"/>
                </a:solidFill>
                <a:effectLst/>
                <a:latin typeface="JetBrains Mono"/>
              </a:rPr>
              <a:t>'done!'</a:t>
            </a:r>
            <a:r>
              <a:rPr lang="en-US" altLang="zh-TW" sz="18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EF7E216-38B6-AE9C-D2D7-40426DE7D21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5995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6600" dirty="0"/>
              <a:t>Lab</a:t>
            </a:r>
            <a:r>
              <a:rPr lang="zh-TW" altLang="en-US" sz="6600" dirty="0"/>
              <a:t> </a:t>
            </a:r>
            <a:r>
              <a:rPr lang="en-US" altLang="zh-TW" sz="6600" dirty="0"/>
              <a:t>4 CatDogVGG16.py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9334582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3D824DC-EE7C-1608-9DDB-CE899D8D4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21" y="501985"/>
            <a:ext cx="5819640" cy="4956127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90C05D9-12DC-D8CE-F366-946CB0C70A56}"/>
              </a:ext>
            </a:extLst>
          </p:cNvPr>
          <p:cNvSpPr txBox="1"/>
          <p:nvPr/>
        </p:nvSpPr>
        <p:spPr>
          <a:xfrm>
            <a:off x="6038672" y="501985"/>
            <a:ext cx="6153328" cy="56323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/>
              <a:t>Batch 6180, Train Loss:0.1733, Train ACC:49.8220</a:t>
            </a:r>
          </a:p>
          <a:p>
            <a:r>
              <a:rPr lang="zh-TW" altLang="en-US" dirty="0"/>
              <a:t>Batch 6185, Train Loss:0.1733, Train ACC:49.8141</a:t>
            </a:r>
          </a:p>
          <a:p>
            <a:r>
              <a:rPr lang="zh-TW" altLang="en-US" dirty="0"/>
              <a:t>Batch 6190, Train Loss:0.1733, Train ACC:49.8183</a:t>
            </a:r>
          </a:p>
          <a:p>
            <a:r>
              <a:rPr lang="zh-TW" altLang="en-US" dirty="0"/>
              <a:t>Batch 6195, Train Loss:0.1733, Train ACC:49.8103</a:t>
            </a:r>
          </a:p>
          <a:p>
            <a:r>
              <a:rPr lang="zh-TW" altLang="en-US" dirty="0"/>
              <a:t>Batch 6200, Train Loss:0.1733, Train ACC:49.8065</a:t>
            </a:r>
          </a:p>
          <a:p>
            <a:r>
              <a:rPr lang="zh-TW" altLang="en-US" dirty="0"/>
              <a:t>Batch 6205, Train Loss:0.1733, Train ACC:49.8147</a:t>
            </a:r>
          </a:p>
          <a:p>
            <a:r>
              <a:rPr lang="zh-TW" altLang="en-US" dirty="0"/>
              <a:t>Batch 6210, Train Loss:0.1733, Train ACC:49.8309</a:t>
            </a:r>
          </a:p>
          <a:p>
            <a:r>
              <a:rPr lang="zh-TW" altLang="en-US" dirty="0"/>
              <a:t>Batch 6215, Train Loss:0.1733, Train ACC:49.8270</a:t>
            </a:r>
          </a:p>
          <a:p>
            <a:r>
              <a:rPr lang="zh-TW" altLang="en-US" dirty="0"/>
              <a:t>Batch 6220, Train Loss:0.1733, Train ACC:49.8272</a:t>
            </a:r>
          </a:p>
          <a:p>
            <a:r>
              <a:rPr lang="zh-TW" altLang="en-US" dirty="0"/>
              <a:t>Batch 6225, Train Loss:0.1733, Train ACC:49.8153</a:t>
            </a:r>
          </a:p>
          <a:p>
            <a:r>
              <a:rPr lang="zh-TW" altLang="en-US" dirty="0"/>
              <a:t>Batch 6230, Train Loss:0.1733, Train ACC:49.8114</a:t>
            </a:r>
          </a:p>
          <a:p>
            <a:r>
              <a:rPr lang="zh-TW" altLang="en-US" dirty="0"/>
              <a:t>Batch 6235, Train Loss:0.1733, Train ACC:49.8075</a:t>
            </a:r>
          </a:p>
          <a:p>
            <a:r>
              <a:rPr lang="zh-TW" altLang="en-US" dirty="0"/>
              <a:t>Batch 6240, Train Loss:0.1733, Train ACC:49.8197</a:t>
            </a:r>
          </a:p>
          <a:p>
            <a:r>
              <a:rPr lang="zh-TW" altLang="en-US" dirty="0"/>
              <a:t>Batch 6245, Train Loss:0.1733, Train ACC:49.8239</a:t>
            </a:r>
          </a:p>
          <a:p>
            <a:r>
              <a:rPr lang="zh-TW" altLang="en-US" dirty="0"/>
              <a:t>Batch 6250, Train Loss:0.1733, Train ACC:49.8000</a:t>
            </a:r>
          </a:p>
          <a:p>
            <a:r>
              <a:rPr lang="zh-TW" altLang="en-US" dirty="0"/>
              <a:t>train Loss:0.1733, Correct:49.8060</a:t>
            </a:r>
          </a:p>
          <a:p>
            <a:r>
              <a:rPr lang="zh-TW" altLang="en-US" dirty="0"/>
              <a:t>val Loss:0.1742, Correct:50.0898</a:t>
            </a:r>
          </a:p>
          <a:p>
            <a:r>
              <a:rPr lang="zh-TW" altLang="en-US" dirty="0"/>
              <a:t>Training time is:2m 36s</a:t>
            </a:r>
          </a:p>
          <a:p>
            <a:r>
              <a:rPr lang="zh-TW" altLang="en-US" dirty="0"/>
              <a:t>tensor([0, 0, 0, 0, 0, 0, 0, 0, 0, 0, 0, 0, 0, 0, 0, 0], device='cuda:0')</a:t>
            </a:r>
          </a:p>
          <a:p>
            <a:r>
              <a:rPr lang="zh-TW" altLang="en-US" dirty="0"/>
              <a:t>done!</a:t>
            </a:r>
          </a:p>
        </p:txBody>
      </p:sp>
    </p:spTree>
    <p:extLst>
      <p:ext uri="{BB962C8B-B14F-4D97-AF65-F5344CB8AC3E}">
        <p14:creationId xmlns:p14="http://schemas.microsoft.com/office/powerpoint/2010/main" val="495030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BB827752039164B86FD741153416EDF" ma:contentTypeVersion="11" ma:contentTypeDescription="建立新的文件。" ma:contentTypeScope="" ma:versionID="9e9c4e2852dc8557700f45ce1cc7f08e">
  <xsd:schema xmlns:xsd="http://www.w3.org/2001/XMLSchema" xmlns:xs="http://www.w3.org/2001/XMLSchema" xmlns:p="http://schemas.microsoft.com/office/2006/metadata/properties" xmlns:ns3="ee075635-a6d6-4f2b-a771-7195be426a45" xmlns:ns4="ea232b2d-0344-4432-9afd-89e11bf2ed72" targetNamespace="http://schemas.microsoft.com/office/2006/metadata/properties" ma:root="true" ma:fieldsID="0cd417f2f61872233189eeebdf96512e" ns3:_="" ns4:_="">
    <xsd:import namespace="ee075635-a6d6-4f2b-a771-7195be426a45"/>
    <xsd:import namespace="ea232b2d-0344-4432-9afd-89e11bf2ed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075635-a6d6-4f2b-a771-7195be426a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232b2d-0344-4432-9afd-89e11bf2ed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共用提示雜湊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B5121D-4FCC-4A56-A221-FA328E16189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753425-AAAB-4B55-A8D8-8EA83F497B54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ea232b2d-0344-4432-9afd-89e11bf2ed72"/>
    <ds:schemaRef ds:uri="http://schemas.openxmlformats.org/package/2006/metadata/core-properties"/>
    <ds:schemaRef ds:uri="http://schemas.microsoft.com/office/infopath/2007/PartnerControls"/>
    <ds:schemaRef ds:uri="ee075635-a6d6-4f2b-a771-7195be426a45"/>
    <ds:schemaRef ds:uri="http://purl.org/dc/elements/1.1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09E545B-07C0-4998-A14E-D12D19B741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075635-a6d6-4f2b-a771-7195be426a45"/>
    <ds:schemaRef ds:uri="ea232b2d-0344-4432-9afd-89e11bf2ed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5929</TotalTime>
  <Words>7009</Words>
  <Application>Microsoft Office PowerPoint</Application>
  <PresentationFormat>寬螢幕</PresentationFormat>
  <Paragraphs>663</Paragraphs>
  <Slides>35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7" baseType="lpstr">
      <vt:lpstr>-apple-system</vt:lpstr>
      <vt:lpstr>Arial Unicode MS</vt:lpstr>
      <vt:lpstr>FreightSans</vt:lpstr>
      <vt:lpstr>JetBrains Mono</vt:lpstr>
      <vt:lpstr>KaTeX_Main</vt:lpstr>
      <vt:lpstr>KaTeX_Math</vt:lpstr>
      <vt:lpstr>標楷體</vt:lpstr>
      <vt:lpstr>Arial</vt:lpstr>
      <vt:lpstr>Calibri</vt:lpstr>
      <vt:lpstr>Times New Roman</vt:lpstr>
      <vt:lpstr>Verdana</vt:lpstr>
      <vt:lpstr>Office 佈景主題</vt:lpstr>
      <vt:lpstr>Convolutional Neural Networks (CNNs, ConvNets)</vt:lpstr>
      <vt:lpstr>Architecture of a typical CNN</vt:lpstr>
      <vt:lpstr>Convolutional Layer (CONV)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Pooling Layer (POOL)</vt:lpstr>
      <vt:lpstr>Fully-Connected Layer (FC)</vt:lpstr>
      <vt:lpstr>Standard Convolution: filters always extend the full depth of the input volume</vt:lpstr>
      <vt:lpstr>Depth-wise Convolution</vt:lpstr>
      <vt:lpstr>Pixel-wise Convolution (1×1 filter)</vt:lpstr>
      <vt:lpstr>Depth-wise Separable Convolutions  https://machinelearningmastery.com/using-depthwise-separable-convolutions-in-tensorflow/</vt:lpstr>
      <vt:lpstr>Convolution Operation with Multiple Filters</vt:lpstr>
      <vt:lpstr>torch.nn.Conv2d()     padding </vt:lpstr>
      <vt:lpstr>Stride</vt:lpstr>
      <vt:lpstr>Filter hyperparameters</vt:lpstr>
      <vt:lpstr>CNN  </vt:lpstr>
      <vt:lpstr>Lab 1 mnistCNN.py</vt:lpstr>
      <vt:lpstr>CNN MNIST Classification</vt:lpstr>
      <vt:lpstr>Learning path 學習路徑</vt:lpstr>
      <vt:lpstr>PowerPoint 簡報</vt:lpstr>
      <vt:lpstr>PowerPoint 簡報</vt:lpstr>
      <vt:lpstr>PowerPoint 簡報</vt:lpstr>
      <vt:lpstr>PowerPoint 簡報</vt:lpstr>
      <vt:lpstr>PowerPoint 簡報</vt:lpstr>
      <vt:lpstr>Lab 2 LeNetCIFAR10.py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王任瓚</dc:creator>
  <cp:lastModifiedBy>王任瓚 wang</cp:lastModifiedBy>
  <cp:revision>166</cp:revision>
  <dcterms:created xsi:type="dcterms:W3CDTF">2022-09-21T06:24:39Z</dcterms:created>
  <dcterms:modified xsi:type="dcterms:W3CDTF">2025-11-02T23:06:44Z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0x0101008BB827752039164B86FD741153416EDF</vt:lpwstr>
  </property>
</Properties>
</file>